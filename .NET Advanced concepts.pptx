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9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287" r:id="rId45"/>
  </p:sldIdLst>
  <p:sldSz cx="12192000" cy="6858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Noto Sans Symbols" pitchFamily="2" charset="0"/>
      <p:regular r:id="rId55"/>
      <p:bold r:id="rId56"/>
    </p:embeddedFont>
    <p:embeddedFont>
      <p:font typeface="Trebuchet MS" panose="020B060302020202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/vjytJZ0Cs1iuOXKCFIAxlEMb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166D13-282D-42FF-9263-2B64983F8ADD}">
  <a:tblStyle styleId="{F8166D13-282D-42FF-9263-2B64983F8ADD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12" autoAdjust="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o Leonardi - External" userId="1ea455bc-ae41-4bd7-ab03-fc2fab392b66" providerId="ADAL" clId="{72855CC0-7357-4EE0-8E4C-A85A27871EA1}"/>
    <pc:docChg chg="delSld">
      <pc:chgData name="Gino Leonardi - External" userId="1ea455bc-ae41-4bd7-ab03-fc2fab392b66" providerId="ADAL" clId="{72855CC0-7357-4EE0-8E4C-A85A27871EA1}" dt="2023-04-26T14:42:59.804" v="0" actId="2696"/>
      <pc:docMkLst>
        <pc:docMk/>
      </pc:docMkLst>
      <pc:sldChg chg="del">
        <pc:chgData name="Gino Leonardi - External" userId="1ea455bc-ae41-4bd7-ab03-fc2fab392b66" providerId="ADAL" clId="{72855CC0-7357-4EE0-8E4C-A85A27871EA1}" dt="2023-04-26T14:42:59.804" v="0" actId="2696"/>
        <pc:sldMkLst>
          <pc:docMk/>
          <pc:sldMk cId="3217052197" sldId="311"/>
        </pc:sldMkLst>
      </pc:sldChg>
    </pc:docChg>
  </pc:docChgLst>
  <pc:docChgLst>
    <pc:chgData name="Gino Leonardi - External" userId="1ea455bc-ae41-4bd7-ab03-fc2fab392b66" providerId="ADAL" clId="{B2FDC5A7-2E23-43E5-9A94-9CA38C966E4D}"/>
    <pc:docChg chg="undo custSel modSld">
      <pc:chgData name="Gino Leonardi - External" userId="1ea455bc-ae41-4bd7-ab03-fc2fab392b66" providerId="ADAL" clId="{B2FDC5A7-2E23-43E5-9A94-9CA38C966E4D}" dt="2023-04-22T13:21:14.929" v="48" actId="20577"/>
      <pc:docMkLst>
        <pc:docMk/>
      </pc:docMkLst>
      <pc:sldChg chg="modSp mod">
        <pc:chgData name="Gino Leonardi - External" userId="1ea455bc-ae41-4bd7-ab03-fc2fab392b66" providerId="ADAL" clId="{B2FDC5A7-2E23-43E5-9A94-9CA38C966E4D}" dt="2023-04-22T13:21:14.929" v="48" actId="20577"/>
        <pc:sldMkLst>
          <pc:docMk/>
          <pc:sldMk cId="0" sldId="256"/>
        </pc:sldMkLst>
        <pc:spChg chg="mod">
          <ac:chgData name="Gino Leonardi - External" userId="1ea455bc-ae41-4bd7-ab03-fc2fab392b66" providerId="ADAL" clId="{B2FDC5A7-2E23-43E5-9A94-9CA38C966E4D}" dt="2023-04-22T13:21:14.929" v="48" actId="20577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Gino Leonardi - External" userId="1ea455bc-ae41-4bd7-ab03-fc2fab392b66" providerId="ADAL" clId="{B2FDC5A7-2E23-43E5-9A94-9CA38C966E4D}" dt="2023-04-22T13:21:14.635" v="39" actId="6549"/>
          <ac:spMkLst>
            <pc:docMk/>
            <pc:sldMk cId="0" sldId="256"/>
            <ac:spMk id="148" creationId="{00000000-0000-0000-0000-000000000000}"/>
          </ac:spMkLst>
        </pc:spChg>
      </pc:sldChg>
      <pc:sldChg chg="modSp mod">
        <pc:chgData name="Gino Leonardi - External" userId="1ea455bc-ae41-4bd7-ab03-fc2fab392b66" providerId="ADAL" clId="{B2FDC5A7-2E23-43E5-9A94-9CA38C966E4D}" dt="2023-04-22T13:21:14.095" v="37" actId="20577"/>
        <pc:sldMkLst>
          <pc:docMk/>
          <pc:sldMk cId="0" sldId="257"/>
        </pc:sldMkLst>
        <pc:spChg chg="mod">
          <ac:chgData name="Gino Leonardi - External" userId="1ea455bc-ae41-4bd7-ab03-fc2fab392b66" providerId="ADAL" clId="{B2FDC5A7-2E23-43E5-9A94-9CA38C966E4D}" dt="2023-04-22T13:21:14.095" v="37" actId="20577"/>
          <ac:spMkLst>
            <pc:docMk/>
            <pc:sldMk cId="0" sldId="257"/>
            <ac:spMk id="155" creationId="{00000000-0000-0000-0000-000000000000}"/>
          </ac:spMkLst>
        </pc:spChg>
      </pc:sldChg>
    </pc:docChg>
  </pc:docChgLst>
  <pc:docChgLst>
    <pc:chgData name="Leonardi Gino" userId="ddc032f0-4bab-4bc6-bf2a-0fa4410a7d0b" providerId="ADAL" clId="{00149DBA-EA9A-4D7D-94A7-78BD582E2D9D}"/>
    <pc:docChg chg="modSld">
      <pc:chgData name="Leonardi Gino" userId="ddc032f0-4bab-4bc6-bf2a-0fa4410a7d0b" providerId="ADAL" clId="{00149DBA-EA9A-4D7D-94A7-78BD582E2D9D}" dt="2023-04-24T07:53:39.223" v="4" actId="20577"/>
      <pc:docMkLst>
        <pc:docMk/>
      </pc:docMkLst>
      <pc:sldChg chg="modSp mod">
        <pc:chgData name="Leonardi Gino" userId="ddc032f0-4bab-4bc6-bf2a-0fa4410a7d0b" providerId="ADAL" clId="{00149DBA-EA9A-4D7D-94A7-78BD582E2D9D}" dt="2023-04-24T07:53:39.223" v="4" actId="20577"/>
        <pc:sldMkLst>
          <pc:docMk/>
          <pc:sldMk cId="3217052197" sldId="311"/>
        </pc:sldMkLst>
        <pc:spChg chg="mod">
          <ac:chgData name="Leonardi Gino" userId="ddc032f0-4bab-4bc6-bf2a-0fa4410a7d0b" providerId="ADAL" clId="{00149DBA-EA9A-4D7D-94A7-78BD582E2D9D}" dt="2023-04-24T07:53:39.223" v="4" actId="20577"/>
          <ac:spMkLst>
            <pc:docMk/>
            <pc:sldMk cId="3217052197" sldId="311"/>
            <ac:spMk id="3" creationId="{39BD5A56-EB50-D8A4-CF03-A7DAADCC12B0}"/>
          </ac:spMkLst>
        </pc:spChg>
      </pc:sldChg>
    </pc:docChg>
  </pc:docChgLst>
  <pc:docChgLst>
    <pc:chgData name="Gino Leonardi - External" userId="1ea455bc-ae41-4bd7-ab03-fc2fab392b66" providerId="ADAL" clId="{004159A2-6E3B-4ED5-9858-885CE13EC580}"/>
    <pc:docChg chg="undo redo custSel addSld delSld modSld">
      <pc:chgData name="Gino Leonardi - External" userId="1ea455bc-ae41-4bd7-ab03-fc2fab392b66" providerId="ADAL" clId="{004159A2-6E3B-4ED5-9858-885CE13EC580}" dt="2023-04-22T15:26:38.655" v="2747" actId="14100"/>
      <pc:docMkLst>
        <pc:docMk/>
      </pc:docMkLst>
      <pc:sldChg chg="delSp modSp mod">
        <pc:chgData name="Gino Leonardi - External" userId="1ea455bc-ae41-4bd7-ab03-fc2fab392b66" providerId="ADAL" clId="{004159A2-6E3B-4ED5-9858-885CE13EC580}" dt="2023-04-22T13:22:35.959" v="39" actId="478"/>
        <pc:sldMkLst>
          <pc:docMk/>
          <pc:sldMk cId="0" sldId="256"/>
        </pc:sldMkLst>
        <pc:spChg chg="mod">
          <ac:chgData name="Gino Leonardi - External" userId="1ea455bc-ae41-4bd7-ab03-fc2fab392b66" providerId="ADAL" clId="{004159A2-6E3B-4ED5-9858-885CE13EC580}" dt="2023-04-22T13:22:28.821" v="36" actId="20577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Gino Leonardi - External" userId="1ea455bc-ae41-4bd7-ab03-fc2fab392b66" providerId="ADAL" clId="{004159A2-6E3B-4ED5-9858-885CE13EC580}" dt="2023-04-22T13:22:31.533" v="38" actId="6549"/>
          <ac:spMkLst>
            <pc:docMk/>
            <pc:sldMk cId="0" sldId="256"/>
            <ac:spMk id="148" creationId="{00000000-0000-0000-0000-000000000000}"/>
          </ac:spMkLst>
        </pc:spChg>
        <pc:spChg chg="del">
          <ac:chgData name="Gino Leonardi - External" userId="1ea455bc-ae41-4bd7-ab03-fc2fab392b66" providerId="ADAL" clId="{004159A2-6E3B-4ED5-9858-885CE13EC580}" dt="2023-04-22T13:22:35.959" v="39" actId="478"/>
          <ac:spMkLst>
            <pc:docMk/>
            <pc:sldMk cId="0" sldId="256"/>
            <ac:spMk id="150" creationId="{00000000-0000-0000-0000-000000000000}"/>
          </ac:spMkLst>
        </pc:spChg>
      </pc:sldChg>
      <pc:sldChg chg="modSp mod">
        <pc:chgData name="Gino Leonardi - External" userId="1ea455bc-ae41-4bd7-ab03-fc2fab392b66" providerId="ADAL" clId="{004159A2-6E3B-4ED5-9858-885CE13EC580}" dt="2023-04-22T13:25:39.607" v="195" actId="20577"/>
        <pc:sldMkLst>
          <pc:docMk/>
          <pc:sldMk cId="0" sldId="257"/>
        </pc:sldMkLst>
        <pc:spChg chg="mod">
          <ac:chgData name="Gino Leonardi - External" userId="1ea455bc-ae41-4bd7-ab03-fc2fab392b66" providerId="ADAL" clId="{004159A2-6E3B-4ED5-9858-885CE13EC580}" dt="2023-04-22T13:22:44.498" v="58" actId="20577"/>
          <ac:spMkLst>
            <pc:docMk/>
            <pc:sldMk cId="0" sldId="257"/>
            <ac:spMk id="155" creationId="{00000000-0000-0000-0000-000000000000}"/>
          </ac:spMkLst>
        </pc:spChg>
        <pc:spChg chg="mod">
          <ac:chgData name="Gino Leonardi - External" userId="1ea455bc-ae41-4bd7-ab03-fc2fab392b66" providerId="ADAL" clId="{004159A2-6E3B-4ED5-9858-885CE13EC580}" dt="2023-04-22T13:25:39.607" v="195" actId="20577"/>
          <ac:spMkLst>
            <pc:docMk/>
            <pc:sldMk cId="0" sldId="257"/>
            <ac:spMk id="156" creationId="{00000000-0000-0000-0000-000000000000}"/>
          </ac:spMkLst>
        </pc:spChg>
      </pc:sldChg>
      <pc:sldChg chg="del">
        <pc:chgData name="Gino Leonardi - External" userId="1ea455bc-ae41-4bd7-ab03-fc2fab392b66" providerId="ADAL" clId="{004159A2-6E3B-4ED5-9858-885CE13EC580}" dt="2023-04-22T13:26:11.731" v="196" actId="2696"/>
        <pc:sldMkLst>
          <pc:docMk/>
          <pc:sldMk cId="0" sldId="258"/>
        </pc:sldMkLst>
      </pc:sldChg>
      <pc:sldChg chg="modSp mod">
        <pc:chgData name="Gino Leonardi - External" userId="1ea455bc-ae41-4bd7-ab03-fc2fab392b66" providerId="ADAL" clId="{004159A2-6E3B-4ED5-9858-885CE13EC580}" dt="2023-04-22T13:31:58.508" v="382" actId="403"/>
        <pc:sldMkLst>
          <pc:docMk/>
          <pc:sldMk cId="0" sldId="259"/>
        </pc:sldMkLst>
        <pc:spChg chg="mod">
          <ac:chgData name="Gino Leonardi - External" userId="1ea455bc-ae41-4bd7-ab03-fc2fab392b66" providerId="ADAL" clId="{004159A2-6E3B-4ED5-9858-885CE13EC580}" dt="2023-04-22T13:28:21.620" v="212" actId="20577"/>
          <ac:spMkLst>
            <pc:docMk/>
            <pc:sldMk cId="0" sldId="259"/>
            <ac:spMk id="175" creationId="{00000000-0000-0000-0000-000000000000}"/>
          </ac:spMkLst>
        </pc:spChg>
        <pc:spChg chg="mod">
          <ac:chgData name="Gino Leonardi - External" userId="1ea455bc-ae41-4bd7-ab03-fc2fab392b66" providerId="ADAL" clId="{004159A2-6E3B-4ED5-9858-885CE13EC580}" dt="2023-04-22T13:31:58.508" v="382" actId="403"/>
          <ac:spMkLst>
            <pc:docMk/>
            <pc:sldMk cId="0" sldId="259"/>
            <ac:spMk id="176" creationId="{00000000-0000-0000-0000-000000000000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60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61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62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63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64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70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71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72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73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0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1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2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4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5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0" sldId="286"/>
        </pc:sldMkLst>
      </pc:sldChg>
      <pc:sldChg chg="modSp mod">
        <pc:chgData name="Gino Leonardi - External" userId="1ea455bc-ae41-4bd7-ab03-fc2fab392b66" providerId="ADAL" clId="{004159A2-6E3B-4ED5-9858-885CE13EC580}" dt="2023-04-22T13:35:58.644" v="608" actId="790"/>
        <pc:sldMkLst>
          <pc:docMk/>
          <pc:sldMk cId="0" sldId="287"/>
        </pc:sldMkLst>
        <pc:spChg chg="mod">
          <ac:chgData name="Gino Leonardi - External" userId="1ea455bc-ae41-4bd7-ab03-fc2fab392b66" providerId="ADAL" clId="{004159A2-6E3B-4ED5-9858-885CE13EC580}" dt="2023-04-22T13:35:58.644" v="608" actId="790"/>
          <ac:spMkLst>
            <pc:docMk/>
            <pc:sldMk cId="0" sldId="287"/>
            <ac:spMk id="421" creationId="{00000000-0000-0000-0000-000000000000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74073909" sldId="288"/>
        </pc:sldMkLst>
      </pc:sldChg>
      <pc:sldChg chg="addSp delSp modSp new mod">
        <pc:chgData name="Gino Leonardi - External" userId="1ea455bc-ae41-4bd7-ab03-fc2fab392b66" providerId="ADAL" clId="{004159A2-6E3B-4ED5-9858-885CE13EC580}" dt="2023-04-22T13:37:10.783" v="611"/>
        <pc:sldMkLst>
          <pc:docMk/>
          <pc:sldMk cId="2592208508" sldId="288"/>
        </pc:sldMkLst>
        <pc:spChg chg="add del mod">
          <ac:chgData name="Gino Leonardi - External" userId="1ea455bc-ae41-4bd7-ab03-fc2fab392b66" providerId="ADAL" clId="{004159A2-6E3B-4ED5-9858-885CE13EC580}" dt="2023-04-22T13:37:10.783" v="611"/>
          <ac:spMkLst>
            <pc:docMk/>
            <pc:sldMk cId="2592208508" sldId="288"/>
            <ac:spMk id="2" creationId="{EE9DA749-A0CE-989A-B4BC-4A65625492DE}"/>
          </ac:spMkLst>
        </pc:spChg>
        <pc:spChg chg="add del mod">
          <ac:chgData name="Gino Leonardi - External" userId="1ea455bc-ae41-4bd7-ab03-fc2fab392b66" providerId="ADAL" clId="{004159A2-6E3B-4ED5-9858-885CE13EC580}" dt="2023-04-22T13:34:05.176" v="422" actId="15"/>
          <ac:spMkLst>
            <pc:docMk/>
            <pc:sldMk cId="2592208508" sldId="288"/>
            <ac:spMk id="3" creationId="{00FFF4C5-6A3C-D286-B6BB-335773C1914E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3:36:47.818" v="609" actId="20577"/>
        <pc:sldMkLst>
          <pc:docMk/>
          <pc:sldMk cId="157450352" sldId="289"/>
        </pc:sldMkLst>
        <pc:spChg chg="mod">
          <ac:chgData name="Gino Leonardi - External" userId="1ea455bc-ae41-4bd7-ab03-fc2fab392b66" providerId="ADAL" clId="{004159A2-6E3B-4ED5-9858-885CE13EC580}" dt="2023-04-22T13:34:43.516" v="434"/>
          <ac:spMkLst>
            <pc:docMk/>
            <pc:sldMk cId="157450352" sldId="289"/>
            <ac:spMk id="2" creationId="{490B7160-C59D-6D1A-2B8A-96C543CEA612}"/>
          </ac:spMkLst>
        </pc:spChg>
        <pc:spChg chg="mod">
          <ac:chgData name="Gino Leonardi - External" userId="1ea455bc-ae41-4bd7-ab03-fc2fab392b66" providerId="ADAL" clId="{004159A2-6E3B-4ED5-9858-885CE13EC580}" dt="2023-04-22T13:36:47.818" v="609" actId="20577"/>
          <ac:spMkLst>
            <pc:docMk/>
            <pc:sldMk cId="157450352" sldId="289"/>
            <ac:spMk id="3" creationId="{52FBEAAC-C400-67CC-DA75-64337E6DD040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3056613568" sldId="289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1150270079" sldId="290"/>
        </pc:sldMkLst>
      </pc:sldChg>
      <pc:sldChg chg="modSp new mod">
        <pc:chgData name="Gino Leonardi - External" userId="1ea455bc-ae41-4bd7-ab03-fc2fab392b66" providerId="ADAL" clId="{004159A2-6E3B-4ED5-9858-885CE13EC580}" dt="2023-04-22T13:39:46.752" v="661" actId="12"/>
        <pc:sldMkLst>
          <pc:docMk/>
          <pc:sldMk cId="3124238742" sldId="290"/>
        </pc:sldMkLst>
        <pc:spChg chg="mod">
          <ac:chgData name="Gino Leonardi - External" userId="1ea455bc-ae41-4bd7-ab03-fc2fab392b66" providerId="ADAL" clId="{004159A2-6E3B-4ED5-9858-885CE13EC580}" dt="2023-04-22T13:37:45.229" v="612"/>
          <ac:spMkLst>
            <pc:docMk/>
            <pc:sldMk cId="3124238742" sldId="290"/>
            <ac:spMk id="2" creationId="{A724BFD9-9F48-19ED-0144-C8F32018FA98}"/>
          </ac:spMkLst>
        </pc:spChg>
        <pc:spChg chg="mod">
          <ac:chgData name="Gino Leonardi - External" userId="1ea455bc-ae41-4bd7-ab03-fc2fab392b66" providerId="ADAL" clId="{004159A2-6E3B-4ED5-9858-885CE13EC580}" dt="2023-04-22T13:39:46.752" v="661" actId="12"/>
          <ac:spMkLst>
            <pc:docMk/>
            <pc:sldMk cId="3124238742" sldId="290"/>
            <ac:spMk id="3" creationId="{DB811330-7F28-A0DB-F99E-F497E8486250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69213761" sldId="291"/>
        </pc:sldMkLst>
      </pc:sldChg>
      <pc:sldChg chg="modSp new mod">
        <pc:chgData name="Gino Leonardi - External" userId="1ea455bc-ae41-4bd7-ab03-fc2fab392b66" providerId="ADAL" clId="{004159A2-6E3B-4ED5-9858-885CE13EC580}" dt="2023-04-22T13:43:00.926" v="691" actId="113"/>
        <pc:sldMkLst>
          <pc:docMk/>
          <pc:sldMk cId="1591527446" sldId="291"/>
        </pc:sldMkLst>
        <pc:spChg chg="mod">
          <ac:chgData name="Gino Leonardi - External" userId="1ea455bc-ae41-4bd7-ab03-fc2fab392b66" providerId="ADAL" clId="{004159A2-6E3B-4ED5-9858-885CE13EC580}" dt="2023-04-22T13:41:57.024" v="663"/>
          <ac:spMkLst>
            <pc:docMk/>
            <pc:sldMk cId="1591527446" sldId="291"/>
            <ac:spMk id="2" creationId="{3971106F-DAE3-C20E-21DC-6AB629FEDA54}"/>
          </ac:spMkLst>
        </pc:spChg>
        <pc:spChg chg="mod">
          <ac:chgData name="Gino Leonardi - External" userId="1ea455bc-ae41-4bd7-ab03-fc2fab392b66" providerId="ADAL" clId="{004159A2-6E3B-4ED5-9858-885CE13EC580}" dt="2023-04-22T13:43:00.926" v="691" actId="113"/>
          <ac:spMkLst>
            <pc:docMk/>
            <pc:sldMk cId="1591527446" sldId="291"/>
            <ac:spMk id="3" creationId="{95C3B5FA-B2B6-40D1-CC95-004A7ECD830A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3:44:16.433" v="705" actId="20577"/>
        <pc:sldMkLst>
          <pc:docMk/>
          <pc:sldMk cId="1057465899" sldId="292"/>
        </pc:sldMkLst>
        <pc:spChg chg="mod">
          <ac:chgData name="Gino Leonardi - External" userId="1ea455bc-ae41-4bd7-ab03-fc2fab392b66" providerId="ADAL" clId="{004159A2-6E3B-4ED5-9858-885CE13EC580}" dt="2023-04-22T13:43:53.017" v="693"/>
          <ac:spMkLst>
            <pc:docMk/>
            <pc:sldMk cId="1057465899" sldId="292"/>
            <ac:spMk id="2" creationId="{A0F0DFF5-0E80-F8CC-A9C6-0BDEE6C023D6}"/>
          </ac:spMkLst>
        </pc:spChg>
        <pc:spChg chg="mod">
          <ac:chgData name="Gino Leonardi - External" userId="1ea455bc-ae41-4bd7-ab03-fc2fab392b66" providerId="ADAL" clId="{004159A2-6E3B-4ED5-9858-885CE13EC580}" dt="2023-04-22T13:44:16.433" v="705" actId="20577"/>
          <ac:spMkLst>
            <pc:docMk/>
            <pc:sldMk cId="1057465899" sldId="292"/>
            <ac:spMk id="3" creationId="{0F99B926-FE25-5FE3-7028-D04E789C6524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1553562121" sldId="292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3959371376" sldId="293"/>
        </pc:sldMkLst>
      </pc:sldChg>
      <pc:sldChg chg="addSp modSp new mod">
        <pc:chgData name="Gino Leonardi - External" userId="1ea455bc-ae41-4bd7-ab03-fc2fab392b66" providerId="ADAL" clId="{004159A2-6E3B-4ED5-9858-885CE13EC580}" dt="2023-04-22T13:48:11.368" v="821" actId="6549"/>
        <pc:sldMkLst>
          <pc:docMk/>
          <pc:sldMk cId="4093629585" sldId="293"/>
        </pc:sldMkLst>
        <pc:spChg chg="mod">
          <ac:chgData name="Gino Leonardi - External" userId="1ea455bc-ae41-4bd7-ab03-fc2fab392b66" providerId="ADAL" clId="{004159A2-6E3B-4ED5-9858-885CE13EC580}" dt="2023-04-22T13:44:45.308" v="707"/>
          <ac:spMkLst>
            <pc:docMk/>
            <pc:sldMk cId="4093629585" sldId="293"/>
            <ac:spMk id="2" creationId="{040C968D-92EC-CA49-876F-2F703E248E83}"/>
          </ac:spMkLst>
        </pc:spChg>
        <pc:spChg chg="mod">
          <ac:chgData name="Gino Leonardi - External" userId="1ea455bc-ae41-4bd7-ab03-fc2fab392b66" providerId="ADAL" clId="{004159A2-6E3B-4ED5-9858-885CE13EC580}" dt="2023-04-22T13:45:14.762" v="714"/>
          <ac:spMkLst>
            <pc:docMk/>
            <pc:sldMk cId="4093629585" sldId="293"/>
            <ac:spMk id="3" creationId="{7773CD69-006B-1065-D766-11E229CB3EC8}"/>
          </ac:spMkLst>
        </pc:spChg>
        <pc:graphicFrameChg chg="add mod modGraphic">
          <ac:chgData name="Gino Leonardi - External" userId="1ea455bc-ae41-4bd7-ab03-fc2fab392b66" providerId="ADAL" clId="{004159A2-6E3B-4ED5-9858-885CE13EC580}" dt="2023-04-22T13:48:11.368" v="821" actId="6549"/>
          <ac:graphicFrameMkLst>
            <pc:docMk/>
            <pc:sldMk cId="4093629585" sldId="293"/>
            <ac:graphicFrameMk id="5" creationId="{B47B5ACE-1521-46DF-F84C-A81BD50559B8}"/>
          </ac:graphicFrameMkLst>
        </pc:graphicFrame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6543942" sldId="294"/>
        </pc:sldMkLst>
      </pc:sldChg>
      <pc:sldChg chg="modSp new mod">
        <pc:chgData name="Gino Leonardi - External" userId="1ea455bc-ae41-4bd7-ab03-fc2fab392b66" providerId="ADAL" clId="{004159A2-6E3B-4ED5-9858-885CE13EC580}" dt="2023-04-22T13:49:24.511" v="840" actId="20577"/>
        <pc:sldMkLst>
          <pc:docMk/>
          <pc:sldMk cId="1743783369" sldId="294"/>
        </pc:sldMkLst>
        <pc:spChg chg="mod">
          <ac:chgData name="Gino Leonardi - External" userId="1ea455bc-ae41-4bd7-ab03-fc2fab392b66" providerId="ADAL" clId="{004159A2-6E3B-4ED5-9858-885CE13EC580}" dt="2023-04-22T13:48:55.127" v="823"/>
          <ac:spMkLst>
            <pc:docMk/>
            <pc:sldMk cId="1743783369" sldId="294"/>
            <ac:spMk id="2" creationId="{E37D6CDA-F3AE-4B01-939A-C9BB7B5B092A}"/>
          </ac:spMkLst>
        </pc:spChg>
        <pc:spChg chg="mod">
          <ac:chgData name="Gino Leonardi - External" userId="1ea455bc-ae41-4bd7-ab03-fc2fab392b66" providerId="ADAL" clId="{004159A2-6E3B-4ED5-9858-885CE13EC580}" dt="2023-04-22T13:49:24.511" v="840" actId="20577"/>
          <ac:spMkLst>
            <pc:docMk/>
            <pc:sldMk cId="1743783369" sldId="294"/>
            <ac:spMk id="3" creationId="{C8816AFF-FCC9-A4DB-FC91-B95EE0D8A042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819935444" sldId="295"/>
        </pc:sldMkLst>
      </pc:sldChg>
      <pc:sldChg chg="addSp delSp modSp new mod">
        <pc:chgData name="Gino Leonardi - External" userId="1ea455bc-ae41-4bd7-ab03-fc2fab392b66" providerId="ADAL" clId="{004159A2-6E3B-4ED5-9858-885CE13EC580}" dt="2023-04-22T13:50:22.007" v="857" actId="14100"/>
        <pc:sldMkLst>
          <pc:docMk/>
          <pc:sldMk cId="3650229967" sldId="295"/>
        </pc:sldMkLst>
        <pc:spChg chg="mod">
          <ac:chgData name="Gino Leonardi - External" userId="1ea455bc-ae41-4bd7-ab03-fc2fab392b66" providerId="ADAL" clId="{004159A2-6E3B-4ED5-9858-885CE13EC580}" dt="2023-04-22T13:49:44.722" v="849" actId="20577"/>
          <ac:spMkLst>
            <pc:docMk/>
            <pc:sldMk cId="3650229967" sldId="295"/>
            <ac:spMk id="2" creationId="{1A7DDFEB-C7EB-BF89-5171-DCCDB8CA1195}"/>
          </ac:spMkLst>
        </pc:spChg>
        <pc:spChg chg="del mod">
          <ac:chgData name="Gino Leonardi - External" userId="1ea455bc-ae41-4bd7-ab03-fc2fab392b66" providerId="ADAL" clId="{004159A2-6E3B-4ED5-9858-885CE13EC580}" dt="2023-04-22T13:50:10.337" v="854" actId="478"/>
          <ac:spMkLst>
            <pc:docMk/>
            <pc:sldMk cId="3650229967" sldId="295"/>
            <ac:spMk id="3" creationId="{AFA52D65-1C89-8F4C-C45C-47E85777AB9D}"/>
          </ac:spMkLst>
        </pc:spChg>
        <pc:picChg chg="add mod">
          <ac:chgData name="Gino Leonardi - External" userId="1ea455bc-ae41-4bd7-ab03-fc2fab392b66" providerId="ADAL" clId="{004159A2-6E3B-4ED5-9858-885CE13EC580}" dt="2023-04-22T13:50:22.007" v="857" actId="14100"/>
          <ac:picMkLst>
            <pc:docMk/>
            <pc:sldMk cId="3650229967" sldId="295"/>
            <ac:picMk id="6" creationId="{3958141D-8F41-48A5-7B37-15A3E11A182A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3:52:30.394" v="875" actId="27636"/>
        <pc:sldMkLst>
          <pc:docMk/>
          <pc:sldMk cId="214723197" sldId="296"/>
        </pc:sldMkLst>
        <pc:spChg chg="mod">
          <ac:chgData name="Gino Leonardi - External" userId="1ea455bc-ae41-4bd7-ab03-fc2fab392b66" providerId="ADAL" clId="{004159A2-6E3B-4ED5-9858-885CE13EC580}" dt="2023-04-22T13:51:27.055" v="865" actId="20577"/>
          <ac:spMkLst>
            <pc:docMk/>
            <pc:sldMk cId="214723197" sldId="296"/>
            <ac:spMk id="2" creationId="{D7AFAA2A-B6DD-395D-827B-05666868470C}"/>
          </ac:spMkLst>
        </pc:spChg>
        <pc:spChg chg="mod">
          <ac:chgData name="Gino Leonardi - External" userId="1ea455bc-ae41-4bd7-ab03-fc2fab392b66" providerId="ADAL" clId="{004159A2-6E3B-4ED5-9858-885CE13EC580}" dt="2023-04-22T13:52:30.394" v="875" actId="27636"/>
          <ac:spMkLst>
            <pc:docMk/>
            <pc:sldMk cId="214723197" sldId="296"/>
            <ac:spMk id="3" creationId="{73F7EDA0-94D3-2CE9-C1DF-FF077CB7407C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1510135679" sldId="296"/>
        </pc:sldMkLst>
      </pc:sldChg>
      <pc:sldChg chg="addSp delSp modSp new mod">
        <pc:chgData name="Gino Leonardi - External" userId="1ea455bc-ae41-4bd7-ab03-fc2fab392b66" providerId="ADAL" clId="{004159A2-6E3B-4ED5-9858-885CE13EC580}" dt="2023-04-22T13:56:48.229" v="883" actId="1076"/>
        <pc:sldMkLst>
          <pc:docMk/>
          <pc:sldMk cId="730824927" sldId="297"/>
        </pc:sldMkLst>
        <pc:spChg chg="mod">
          <ac:chgData name="Gino Leonardi - External" userId="1ea455bc-ae41-4bd7-ab03-fc2fab392b66" providerId="ADAL" clId="{004159A2-6E3B-4ED5-9858-885CE13EC580}" dt="2023-04-22T13:56:27.462" v="877"/>
          <ac:spMkLst>
            <pc:docMk/>
            <pc:sldMk cId="730824927" sldId="297"/>
            <ac:spMk id="2" creationId="{8641DC52-958F-C728-05FB-CEB60FB01530}"/>
          </ac:spMkLst>
        </pc:spChg>
        <pc:spChg chg="del">
          <ac:chgData name="Gino Leonardi - External" userId="1ea455bc-ae41-4bd7-ab03-fc2fab392b66" providerId="ADAL" clId="{004159A2-6E3B-4ED5-9858-885CE13EC580}" dt="2023-04-22T13:56:45.811" v="882" actId="478"/>
          <ac:spMkLst>
            <pc:docMk/>
            <pc:sldMk cId="730824927" sldId="297"/>
            <ac:spMk id="3" creationId="{347347E3-93D2-7193-BF1B-C6EF5EEF51F4}"/>
          </ac:spMkLst>
        </pc:spChg>
        <pc:picChg chg="add mod">
          <ac:chgData name="Gino Leonardi - External" userId="1ea455bc-ae41-4bd7-ab03-fc2fab392b66" providerId="ADAL" clId="{004159A2-6E3B-4ED5-9858-885CE13EC580}" dt="2023-04-22T13:56:48.229" v="883" actId="1076"/>
          <ac:picMkLst>
            <pc:docMk/>
            <pc:sldMk cId="730824927" sldId="297"/>
            <ac:picMk id="6" creationId="{5B775F34-F036-FCAD-F111-4DCEA8FC85C3}"/>
          </ac:picMkLst>
        </pc:pic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1517937954" sldId="297"/>
        </pc:sldMkLst>
      </pc:sldChg>
      <pc:sldChg chg="modSp new mod">
        <pc:chgData name="Gino Leonardi - External" userId="1ea455bc-ae41-4bd7-ab03-fc2fab392b66" providerId="ADAL" clId="{004159A2-6E3B-4ED5-9858-885CE13EC580}" dt="2023-04-22T13:58:06.024" v="909" actId="20577"/>
        <pc:sldMkLst>
          <pc:docMk/>
          <pc:sldMk cId="2123840626" sldId="298"/>
        </pc:sldMkLst>
        <pc:spChg chg="mod">
          <ac:chgData name="Gino Leonardi - External" userId="1ea455bc-ae41-4bd7-ab03-fc2fab392b66" providerId="ADAL" clId="{004159A2-6E3B-4ED5-9858-885CE13EC580}" dt="2023-04-22T13:57:03.068" v="885"/>
          <ac:spMkLst>
            <pc:docMk/>
            <pc:sldMk cId="2123840626" sldId="298"/>
            <ac:spMk id="2" creationId="{B2D76290-C8E7-BA16-719E-C35419D92500}"/>
          </ac:spMkLst>
        </pc:spChg>
        <pc:spChg chg="mod">
          <ac:chgData name="Gino Leonardi - External" userId="1ea455bc-ae41-4bd7-ab03-fc2fab392b66" providerId="ADAL" clId="{004159A2-6E3B-4ED5-9858-885CE13EC580}" dt="2023-04-22T13:58:06.024" v="909" actId="20577"/>
          <ac:spMkLst>
            <pc:docMk/>
            <pc:sldMk cId="2123840626" sldId="298"/>
            <ac:spMk id="3" creationId="{08EDDC31-A7F4-D9E1-FF1F-67A2CFBEC426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3025764556" sldId="298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509997802" sldId="299"/>
        </pc:sldMkLst>
      </pc:sldChg>
      <pc:sldChg chg="addSp delSp modSp new mod">
        <pc:chgData name="Gino Leonardi - External" userId="1ea455bc-ae41-4bd7-ab03-fc2fab392b66" providerId="ADAL" clId="{004159A2-6E3B-4ED5-9858-885CE13EC580}" dt="2023-04-22T14:02:27.844" v="1044" actId="6549"/>
        <pc:sldMkLst>
          <pc:docMk/>
          <pc:sldMk cId="4259819473" sldId="299"/>
        </pc:sldMkLst>
        <pc:spChg chg="mod">
          <ac:chgData name="Gino Leonardi - External" userId="1ea455bc-ae41-4bd7-ab03-fc2fab392b66" providerId="ADAL" clId="{004159A2-6E3B-4ED5-9858-885CE13EC580}" dt="2023-04-22T13:58:36.011" v="945" actId="20577"/>
          <ac:spMkLst>
            <pc:docMk/>
            <pc:sldMk cId="4259819473" sldId="299"/>
            <ac:spMk id="2" creationId="{798B7E56-6C35-19E3-E13A-51F34431FC1C}"/>
          </ac:spMkLst>
        </pc:spChg>
        <pc:spChg chg="del mod">
          <ac:chgData name="Gino Leonardi - External" userId="1ea455bc-ae41-4bd7-ab03-fc2fab392b66" providerId="ADAL" clId="{004159A2-6E3B-4ED5-9858-885CE13EC580}" dt="2023-04-22T14:01:06.071" v="1025" actId="478"/>
          <ac:spMkLst>
            <pc:docMk/>
            <pc:sldMk cId="4259819473" sldId="299"/>
            <ac:spMk id="3" creationId="{665EB866-5066-F0C7-C338-2A6F6A8CCBA5}"/>
          </ac:spMkLst>
        </pc:spChg>
        <pc:graphicFrameChg chg="add mod modGraphic">
          <ac:chgData name="Gino Leonardi - External" userId="1ea455bc-ae41-4bd7-ab03-fc2fab392b66" providerId="ADAL" clId="{004159A2-6E3B-4ED5-9858-885CE13EC580}" dt="2023-04-22T14:02:27.844" v="1044" actId="6549"/>
          <ac:graphicFrameMkLst>
            <pc:docMk/>
            <pc:sldMk cId="4259819473" sldId="299"/>
            <ac:graphicFrameMk id="5" creationId="{C29F99DB-BEF5-F7AD-35BA-4C09055786F0}"/>
          </ac:graphicFrameMkLst>
        </pc:graphicFrameChg>
      </pc:sldChg>
      <pc:sldChg chg="modSp new mod">
        <pc:chgData name="Gino Leonardi - External" userId="1ea455bc-ae41-4bd7-ab03-fc2fab392b66" providerId="ADAL" clId="{004159A2-6E3B-4ED5-9858-885CE13EC580}" dt="2023-04-22T14:04:05.955" v="1093" actId="12"/>
        <pc:sldMkLst>
          <pc:docMk/>
          <pc:sldMk cId="2324413211" sldId="300"/>
        </pc:sldMkLst>
        <pc:spChg chg="mod">
          <ac:chgData name="Gino Leonardi - External" userId="1ea455bc-ae41-4bd7-ab03-fc2fab392b66" providerId="ADAL" clId="{004159A2-6E3B-4ED5-9858-885CE13EC580}" dt="2023-04-22T14:03:11.270" v="1046" actId="20577"/>
          <ac:spMkLst>
            <pc:docMk/>
            <pc:sldMk cId="2324413211" sldId="300"/>
            <ac:spMk id="2" creationId="{B249A49B-A176-A214-D1CF-979251CF5257}"/>
          </ac:spMkLst>
        </pc:spChg>
        <pc:spChg chg="mod">
          <ac:chgData name="Gino Leonardi - External" userId="1ea455bc-ae41-4bd7-ab03-fc2fab392b66" providerId="ADAL" clId="{004159A2-6E3B-4ED5-9858-885CE13EC580}" dt="2023-04-22T14:04:05.955" v="1093" actId="12"/>
          <ac:spMkLst>
            <pc:docMk/>
            <pc:sldMk cId="2324413211" sldId="300"/>
            <ac:spMk id="3" creationId="{C573CA3B-E4D9-1D95-A664-AABF6A8647B2}"/>
          </ac:spMkLst>
        </pc:spChg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3662792754" sldId="300"/>
        </pc:sldMkLst>
      </pc:sldChg>
      <pc:sldChg chg="del">
        <pc:chgData name="Gino Leonardi - External" userId="1ea455bc-ae41-4bd7-ab03-fc2fab392b66" providerId="ADAL" clId="{004159A2-6E3B-4ED5-9858-885CE13EC580}" dt="2023-04-22T13:26:37.861" v="197" actId="47"/>
        <pc:sldMkLst>
          <pc:docMk/>
          <pc:sldMk cId="1681326902" sldId="301"/>
        </pc:sldMkLst>
      </pc:sldChg>
      <pc:sldChg chg="addSp delSp modSp new mod">
        <pc:chgData name="Gino Leonardi - External" userId="1ea455bc-ae41-4bd7-ab03-fc2fab392b66" providerId="ADAL" clId="{004159A2-6E3B-4ED5-9858-885CE13EC580}" dt="2023-04-22T14:08:19.569" v="1108" actId="1076"/>
        <pc:sldMkLst>
          <pc:docMk/>
          <pc:sldMk cId="3738872678" sldId="301"/>
        </pc:sldMkLst>
        <pc:spChg chg="mod">
          <ac:chgData name="Gino Leonardi - External" userId="1ea455bc-ae41-4bd7-ab03-fc2fab392b66" providerId="ADAL" clId="{004159A2-6E3B-4ED5-9858-885CE13EC580}" dt="2023-04-22T14:04:25.264" v="1095"/>
          <ac:spMkLst>
            <pc:docMk/>
            <pc:sldMk cId="3738872678" sldId="301"/>
            <ac:spMk id="2" creationId="{32BBE288-4404-ED12-494B-508D99E7C349}"/>
          </ac:spMkLst>
        </pc:spChg>
        <pc:spChg chg="del">
          <ac:chgData name="Gino Leonardi - External" userId="1ea455bc-ae41-4bd7-ab03-fc2fab392b66" providerId="ADAL" clId="{004159A2-6E3B-4ED5-9858-885CE13EC580}" dt="2023-04-22T14:04:31.142" v="1096" actId="478"/>
          <ac:spMkLst>
            <pc:docMk/>
            <pc:sldMk cId="3738872678" sldId="301"/>
            <ac:spMk id="3" creationId="{2040B146-44E4-03AD-498B-AFD12EF73BCC}"/>
          </ac:spMkLst>
        </pc:spChg>
        <pc:picChg chg="add mod">
          <ac:chgData name="Gino Leonardi - External" userId="1ea455bc-ae41-4bd7-ab03-fc2fab392b66" providerId="ADAL" clId="{004159A2-6E3B-4ED5-9858-885CE13EC580}" dt="2023-04-22T14:08:19.569" v="1108" actId="1076"/>
          <ac:picMkLst>
            <pc:docMk/>
            <pc:sldMk cId="3738872678" sldId="301"/>
            <ac:picMk id="5" creationId="{EBE027B3-960C-47DA-237C-CFF72DA1BD4D}"/>
          </ac:picMkLst>
        </pc:picChg>
        <pc:picChg chg="add del mod">
          <ac:chgData name="Gino Leonardi - External" userId="1ea455bc-ae41-4bd7-ab03-fc2fab392b66" providerId="ADAL" clId="{004159A2-6E3B-4ED5-9858-885CE13EC580}" dt="2023-04-22T14:04:36.513" v="1099" actId="478"/>
          <ac:picMkLst>
            <pc:docMk/>
            <pc:sldMk cId="3738872678" sldId="301"/>
            <ac:picMk id="6" creationId="{0AD9E100-5DCC-EB5F-7FF3-232BDD4F66B3}"/>
          </ac:picMkLst>
        </pc:picChg>
        <pc:picChg chg="add del mod">
          <ac:chgData name="Gino Leonardi - External" userId="1ea455bc-ae41-4bd7-ab03-fc2fab392b66" providerId="ADAL" clId="{004159A2-6E3B-4ED5-9858-885CE13EC580}" dt="2023-04-22T14:07:24.146" v="1103" actId="478"/>
          <ac:picMkLst>
            <pc:docMk/>
            <pc:sldMk cId="3738872678" sldId="301"/>
            <ac:picMk id="8" creationId="{48181EF9-9600-EB4C-02C4-A90C8E20D8A9}"/>
          </ac:picMkLst>
        </pc:picChg>
        <pc:picChg chg="add del">
          <ac:chgData name="Gino Leonardi - External" userId="1ea455bc-ae41-4bd7-ab03-fc2fab392b66" providerId="ADAL" clId="{004159A2-6E3B-4ED5-9858-885CE13EC580}" dt="2023-04-22T14:07:51.264" v="1105" actId="478"/>
          <ac:picMkLst>
            <pc:docMk/>
            <pc:sldMk cId="3738872678" sldId="301"/>
            <ac:picMk id="10" creationId="{74BA04E5-916E-2187-3C97-B335B65E0148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4:09:51.808" v="1115" actId="1076"/>
        <pc:sldMkLst>
          <pc:docMk/>
          <pc:sldMk cId="3794927757" sldId="302"/>
        </pc:sldMkLst>
        <pc:spChg chg="mod">
          <ac:chgData name="Gino Leonardi - External" userId="1ea455bc-ae41-4bd7-ab03-fc2fab392b66" providerId="ADAL" clId="{004159A2-6E3B-4ED5-9858-885CE13EC580}" dt="2023-04-22T14:09:01.690" v="1111" actId="20577"/>
          <ac:spMkLst>
            <pc:docMk/>
            <pc:sldMk cId="3794927757" sldId="302"/>
            <ac:spMk id="2" creationId="{E7243D15-D53C-1E9A-124B-A22FBBDD3F89}"/>
          </ac:spMkLst>
        </pc:spChg>
        <pc:spChg chg="mod">
          <ac:chgData name="Gino Leonardi - External" userId="1ea455bc-ae41-4bd7-ab03-fc2fab392b66" providerId="ADAL" clId="{004159A2-6E3B-4ED5-9858-885CE13EC580}" dt="2023-04-22T14:09:51.808" v="1115" actId="1076"/>
          <ac:spMkLst>
            <pc:docMk/>
            <pc:sldMk cId="3794927757" sldId="302"/>
            <ac:spMk id="3" creationId="{686B38E3-9B19-D7A7-9F48-F990B6C9B1DC}"/>
          </ac:spMkLst>
        </pc:spChg>
      </pc:sldChg>
      <pc:sldChg chg="modSp add mod">
        <pc:chgData name="Gino Leonardi - External" userId="1ea455bc-ae41-4bd7-ab03-fc2fab392b66" providerId="ADAL" clId="{004159A2-6E3B-4ED5-9858-885CE13EC580}" dt="2023-04-22T14:11:06.024" v="1155" actId="20577"/>
        <pc:sldMkLst>
          <pc:docMk/>
          <pc:sldMk cId="2686761826" sldId="303"/>
        </pc:sldMkLst>
        <pc:spChg chg="mod">
          <ac:chgData name="Gino Leonardi - External" userId="1ea455bc-ae41-4bd7-ab03-fc2fab392b66" providerId="ADAL" clId="{004159A2-6E3B-4ED5-9858-885CE13EC580}" dt="2023-04-22T14:11:06.024" v="1155" actId="20577"/>
          <ac:spMkLst>
            <pc:docMk/>
            <pc:sldMk cId="2686761826" sldId="303"/>
            <ac:spMk id="3" creationId="{686B38E3-9B19-D7A7-9F48-F990B6C9B1DC}"/>
          </ac:spMkLst>
        </pc:spChg>
      </pc:sldChg>
      <pc:sldChg chg="modSp add mod">
        <pc:chgData name="Gino Leonardi - External" userId="1ea455bc-ae41-4bd7-ab03-fc2fab392b66" providerId="ADAL" clId="{004159A2-6E3B-4ED5-9858-885CE13EC580}" dt="2023-04-22T14:12:10.634" v="1191" actId="313"/>
        <pc:sldMkLst>
          <pc:docMk/>
          <pc:sldMk cId="1019679676" sldId="304"/>
        </pc:sldMkLst>
        <pc:spChg chg="mod">
          <ac:chgData name="Gino Leonardi - External" userId="1ea455bc-ae41-4bd7-ab03-fc2fab392b66" providerId="ADAL" clId="{004159A2-6E3B-4ED5-9858-885CE13EC580}" dt="2023-04-22T14:12:10.634" v="1191" actId="313"/>
          <ac:spMkLst>
            <pc:docMk/>
            <pc:sldMk cId="1019679676" sldId="304"/>
            <ac:spMk id="3" creationId="{686B38E3-9B19-D7A7-9F48-F990B6C9B1DC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13:25.809" v="1205" actId="5793"/>
        <pc:sldMkLst>
          <pc:docMk/>
          <pc:sldMk cId="918785010" sldId="305"/>
        </pc:sldMkLst>
        <pc:spChg chg="mod">
          <ac:chgData name="Gino Leonardi - External" userId="1ea455bc-ae41-4bd7-ab03-fc2fab392b66" providerId="ADAL" clId="{004159A2-6E3B-4ED5-9858-885CE13EC580}" dt="2023-04-22T14:13:05.211" v="1193"/>
          <ac:spMkLst>
            <pc:docMk/>
            <pc:sldMk cId="918785010" sldId="305"/>
            <ac:spMk id="2" creationId="{62818F7D-9C8F-603D-4DE4-792C12A5ADB6}"/>
          </ac:spMkLst>
        </pc:spChg>
        <pc:spChg chg="mod">
          <ac:chgData name="Gino Leonardi - External" userId="1ea455bc-ae41-4bd7-ab03-fc2fab392b66" providerId="ADAL" clId="{004159A2-6E3B-4ED5-9858-885CE13EC580}" dt="2023-04-22T14:13:25.809" v="1205" actId="5793"/>
          <ac:spMkLst>
            <pc:docMk/>
            <pc:sldMk cId="918785010" sldId="305"/>
            <ac:spMk id="3" creationId="{8561672B-4544-8E06-AF19-60144BCE6095}"/>
          </ac:spMkLst>
        </pc:spChg>
      </pc:sldChg>
      <pc:sldChg chg="addSp delSp modSp new del mod">
        <pc:chgData name="Gino Leonardi - External" userId="1ea455bc-ae41-4bd7-ab03-fc2fab392b66" providerId="ADAL" clId="{004159A2-6E3B-4ED5-9858-885CE13EC580}" dt="2023-04-22T14:23:01.677" v="1359" actId="2696"/>
        <pc:sldMkLst>
          <pc:docMk/>
          <pc:sldMk cId="1800839762" sldId="306"/>
        </pc:sldMkLst>
        <pc:spChg chg="del mod">
          <ac:chgData name="Gino Leonardi - External" userId="1ea455bc-ae41-4bd7-ab03-fc2fab392b66" providerId="ADAL" clId="{004159A2-6E3B-4ED5-9858-885CE13EC580}" dt="2023-04-22T14:22:05.287" v="1348" actId="478"/>
          <ac:spMkLst>
            <pc:docMk/>
            <pc:sldMk cId="1800839762" sldId="306"/>
            <ac:spMk id="2" creationId="{02838AD3-E0EB-48AE-D568-8DEA44E0EBC7}"/>
          </ac:spMkLst>
        </pc:spChg>
        <pc:spChg chg="del">
          <ac:chgData name="Gino Leonardi - External" userId="1ea455bc-ae41-4bd7-ab03-fc2fab392b66" providerId="ADAL" clId="{004159A2-6E3B-4ED5-9858-885CE13EC580}" dt="2023-04-22T14:17:40.444" v="1208" actId="478"/>
          <ac:spMkLst>
            <pc:docMk/>
            <pc:sldMk cId="1800839762" sldId="306"/>
            <ac:spMk id="3" creationId="{0DE1DEDC-13D3-A4A0-41DB-BAB0B66FA6F2}"/>
          </ac:spMkLst>
        </pc:spChg>
        <pc:spChg chg="add del mod">
          <ac:chgData name="Gino Leonardi - External" userId="1ea455bc-ae41-4bd7-ab03-fc2fab392b66" providerId="ADAL" clId="{004159A2-6E3B-4ED5-9858-885CE13EC580}" dt="2023-04-22T14:22:08.330" v="1349" actId="478"/>
          <ac:spMkLst>
            <pc:docMk/>
            <pc:sldMk cId="1800839762" sldId="306"/>
            <ac:spMk id="7" creationId="{F4E36CA7-9003-DD4D-6C85-8CE3C076FC1B}"/>
          </ac:spMkLst>
        </pc:spChg>
        <pc:graphicFrameChg chg="add del mod modGraphic">
          <ac:chgData name="Gino Leonardi - External" userId="1ea455bc-ae41-4bd7-ab03-fc2fab392b66" providerId="ADAL" clId="{004159A2-6E3B-4ED5-9858-885CE13EC580}" dt="2023-04-22T14:22:58.156" v="1358" actId="21"/>
          <ac:graphicFrameMkLst>
            <pc:docMk/>
            <pc:sldMk cId="1800839762" sldId="306"/>
            <ac:graphicFrameMk id="5" creationId="{9238C4ED-AB11-E8CC-E001-86DBD8C7F0A1}"/>
          </ac:graphicFrameMkLst>
        </pc:graphicFrameChg>
      </pc:sldChg>
      <pc:sldChg chg="addSp delSp modSp new mod">
        <pc:chgData name="Gino Leonardi - External" userId="1ea455bc-ae41-4bd7-ab03-fc2fab392b66" providerId="ADAL" clId="{004159A2-6E3B-4ED5-9858-885CE13EC580}" dt="2023-04-22T14:27:20.465" v="1895" actId="404"/>
        <pc:sldMkLst>
          <pc:docMk/>
          <pc:sldMk cId="2223694429" sldId="306"/>
        </pc:sldMkLst>
        <pc:spChg chg="mod">
          <ac:chgData name="Gino Leonardi - External" userId="1ea455bc-ae41-4bd7-ab03-fc2fab392b66" providerId="ADAL" clId="{004159A2-6E3B-4ED5-9858-885CE13EC580}" dt="2023-04-22T14:23:25.178" v="1366"/>
          <ac:spMkLst>
            <pc:docMk/>
            <pc:sldMk cId="2223694429" sldId="306"/>
            <ac:spMk id="2" creationId="{00C4768D-4552-1128-3A9D-6C1ECE72D037}"/>
          </ac:spMkLst>
        </pc:spChg>
        <pc:spChg chg="del">
          <ac:chgData name="Gino Leonardi - External" userId="1ea455bc-ae41-4bd7-ab03-fc2fab392b66" providerId="ADAL" clId="{004159A2-6E3B-4ED5-9858-885CE13EC580}" dt="2023-04-22T14:23:10.814" v="1362" actId="478"/>
          <ac:spMkLst>
            <pc:docMk/>
            <pc:sldMk cId="2223694429" sldId="306"/>
            <ac:spMk id="3" creationId="{809BDCE8-BAC7-7F9B-14E9-17F336BFED49}"/>
          </ac:spMkLst>
        </pc:spChg>
        <pc:graphicFrameChg chg="add mod modGraphic">
          <ac:chgData name="Gino Leonardi - External" userId="1ea455bc-ae41-4bd7-ab03-fc2fab392b66" providerId="ADAL" clId="{004159A2-6E3B-4ED5-9858-885CE13EC580}" dt="2023-04-22T14:27:20.465" v="1895" actId="404"/>
          <ac:graphicFrameMkLst>
            <pc:docMk/>
            <pc:sldMk cId="2223694429" sldId="306"/>
            <ac:graphicFrameMk id="5" creationId="{44E7552F-7288-F39C-3977-9CFBFC184C20}"/>
          </ac:graphicFrameMkLst>
        </pc:graphicFrameChg>
      </pc:sldChg>
      <pc:sldChg chg="delSp new del mod">
        <pc:chgData name="Gino Leonardi - External" userId="1ea455bc-ae41-4bd7-ab03-fc2fab392b66" providerId="ADAL" clId="{004159A2-6E3B-4ED5-9858-885CE13EC580}" dt="2023-04-22T14:23:04.653" v="1360" actId="2696"/>
        <pc:sldMkLst>
          <pc:docMk/>
          <pc:sldMk cId="1510476627" sldId="307"/>
        </pc:sldMkLst>
        <pc:spChg chg="del">
          <ac:chgData name="Gino Leonardi - External" userId="1ea455bc-ae41-4bd7-ab03-fc2fab392b66" providerId="ADAL" clId="{004159A2-6E3B-4ED5-9858-885CE13EC580}" dt="2023-04-22T14:21:57.953" v="1347" actId="478"/>
          <ac:spMkLst>
            <pc:docMk/>
            <pc:sldMk cId="1510476627" sldId="307"/>
            <ac:spMk id="2" creationId="{8081E5E0-CDF3-EF5C-B207-854862705FF1}"/>
          </ac:spMkLst>
        </pc:spChg>
        <pc:spChg chg="del">
          <ac:chgData name="Gino Leonardi - External" userId="1ea455bc-ae41-4bd7-ab03-fc2fab392b66" providerId="ADAL" clId="{004159A2-6E3B-4ED5-9858-885CE13EC580}" dt="2023-04-22T14:21:55.345" v="1346" actId="478"/>
          <ac:spMkLst>
            <pc:docMk/>
            <pc:sldMk cId="1510476627" sldId="307"/>
            <ac:spMk id="3" creationId="{909378B3-74E5-360E-A6C1-FE5FC4E37F1A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28:25.445" v="1912" actId="27636"/>
        <pc:sldMkLst>
          <pc:docMk/>
          <pc:sldMk cId="4064794371" sldId="307"/>
        </pc:sldMkLst>
        <pc:spChg chg="mod">
          <ac:chgData name="Gino Leonardi - External" userId="1ea455bc-ae41-4bd7-ab03-fc2fab392b66" providerId="ADAL" clId="{004159A2-6E3B-4ED5-9858-885CE13EC580}" dt="2023-04-22T14:28:01.647" v="1897"/>
          <ac:spMkLst>
            <pc:docMk/>
            <pc:sldMk cId="4064794371" sldId="307"/>
            <ac:spMk id="2" creationId="{2ADC95DD-08B3-99E8-26B0-4412F6D54560}"/>
          </ac:spMkLst>
        </pc:spChg>
        <pc:spChg chg="mod">
          <ac:chgData name="Gino Leonardi - External" userId="1ea455bc-ae41-4bd7-ab03-fc2fab392b66" providerId="ADAL" clId="{004159A2-6E3B-4ED5-9858-885CE13EC580}" dt="2023-04-22T14:28:25.445" v="1912" actId="27636"/>
          <ac:spMkLst>
            <pc:docMk/>
            <pc:sldMk cId="4064794371" sldId="307"/>
            <ac:spMk id="3" creationId="{F07984F1-AA38-B5D4-B7AB-8DFF8BBFCB02}"/>
          </ac:spMkLst>
        </pc:spChg>
      </pc:sldChg>
      <pc:sldChg chg="addSp delSp modSp new mod">
        <pc:chgData name="Gino Leonardi - External" userId="1ea455bc-ae41-4bd7-ab03-fc2fab392b66" providerId="ADAL" clId="{004159A2-6E3B-4ED5-9858-885CE13EC580}" dt="2023-04-22T14:29:17.490" v="1918" actId="14100"/>
        <pc:sldMkLst>
          <pc:docMk/>
          <pc:sldMk cId="574285579" sldId="308"/>
        </pc:sldMkLst>
        <pc:spChg chg="mod">
          <ac:chgData name="Gino Leonardi - External" userId="1ea455bc-ae41-4bd7-ab03-fc2fab392b66" providerId="ADAL" clId="{004159A2-6E3B-4ED5-9858-885CE13EC580}" dt="2023-04-22T14:29:09.008" v="1915"/>
          <ac:spMkLst>
            <pc:docMk/>
            <pc:sldMk cId="574285579" sldId="308"/>
            <ac:spMk id="2" creationId="{D5DA530A-13B4-36D7-7424-282615A35397}"/>
          </ac:spMkLst>
        </pc:spChg>
        <pc:spChg chg="del">
          <ac:chgData name="Gino Leonardi - External" userId="1ea455bc-ae41-4bd7-ab03-fc2fab392b66" providerId="ADAL" clId="{004159A2-6E3B-4ED5-9858-885CE13EC580}" dt="2023-04-22T14:29:12.018" v="1916" actId="478"/>
          <ac:spMkLst>
            <pc:docMk/>
            <pc:sldMk cId="574285579" sldId="308"/>
            <ac:spMk id="3" creationId="{FF5C2DDA-BA1B-D790-9088-C6DBF86E4CCE}"/>
          </ac:spMkLst>
        </pc:spChg>
        <pc:picChg chg="add mod">
          <ac:chgData name="Gino Leonardi - External" userId="1ea455bc-ae41-4bd7-ab03-fc2fab392b66" providerId="ADAL" clId="{004159A2-6E3B-4ED5-9858-885CE13EC580}" dt="2023-04-22T14:29:17.490" v="1918" actId="14100"/>
          <ac:picMkLst>
            <pc:docMk/>
            <pc:sldMk cId="574285579" sldId="308"/>
            <ac:picMk id="6" creationId="{9774968C-69E3-34DD-4119-D2C90039C7A4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4:32:29.122" v="1958" actId="20577"/>
        <pc:sldMkLst>
          <pc:docMk/>
          <pc:sldMk cId="362057239" sldId="309"/>
        </pc:sldMkLst>
        <pc:spChg chg="mod">
          <ac:chgData name="Gino Leonardi - External" userId="1ea455bc-ae41-4bd7-ab03-fc2fab392b66" providerId="ADAL" clId="{004159A2-6E3B-4ED5-9858-885CE13EC580}" dt="2023-04-22T14:29:35.854" v="1920"/>
          <ac:spMkLst>
            <pc:docMk/>
            <pc:sldMk cId="362057239" sldId="309"/>
            <ac:spMk id="2" creationId="{8CF4C279-F43E-3397-3293-65342F68703C}"/>
          </ac:spMkLst>
        </pc:spChg>
        <pc:spChg chg="mod">
          <ac:chgData name="Gino Leonardi - External" userId="1ea455bc-ae41-4bd7-ab03-fc2fab392b66" providerId="ADAL" clId="{004159A2-6E3B-4ED5-9858-885CE13EC580}" dt="2023-04-22T14:32:29.122" v="1958" actId="20577"/>
          <ac:spMkLst>
            <pc:docMk/>
            <pc:sldMk cId="362057239" sldId="309"/>
            <ac:spMk id="3" creationId="{BCA95F9A-C43A-5D3C-464F-431143DA72DF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33:51.081" v="2005" actId="20577"/>
        <pc:sldMkLst>
          <pc:docMk/>
          <pc:sldMk cId="597841076" sldId="310"/>
        </pc:sldMkLst>
        <pc:spChg chg="mod">
          <ac:chgData name="Gino Leonardi - External" userId="1ea455bc-ae41-4bd7-ab03-fc2fab392b66" providerId="ADAL" clId="{004159A2-6E3B-4ED5-9858-885CE13EC580}" dt="2023-04-22T14:32:45.234" v="1960"/>
          <ac:spMkLst>
            <pc:docMk/>
            <pc:sldMk cId="597841076" sldId="310"/>
            <ac:spMk id="2" creationId="{8188EC27-0337-22C7-E206-FF1200BB8FD5}"/>
          </ac:spMkLst>
        </pc:spChg>
        <pc:spChg chg="mod">
          <ac:chgData name="Gino Leonardi - External" userId="1ea455bc-ae41-4bd7-ab03-fc2fab392b66" providerId="ADAL" clId="{004159A2-6E3B-4ED5-9858-885CE13EC580}" dt="2023-04-22T14:33:51.081" v="2005" actId="20577"/>
          <ac:spMkLst>
            <pc:docMk/>
            <pc:sldMk cId="597841076" sldId="310"/>
            <ac:spMk id="3" creationId="{EA41E7E1-4A26-24B9-8802-898B6BD4FE83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42:26.536" v="2344" actId="20577"/>
        <pc:sldMkLst>
          <pc:docMk/>
          <pc:sldMk cId="3217052197" sldId="311"/>
        </pc:sldMkLst>
        <pc:spChg chg="mod">
          <ac:chgData name="Gino Leonardi - External" userId="1ea455bc-ae41-4bd7-ab03-fc2fab392b66" providerId="ADAL" clId="{004159A2-6E3B-4ED5-9858-885CE13EC580}" dt="2023-04-22T14:37:35.722" v="2051" actId="20577"/>
          <ac:spMkLst>
            <pc:docMk/>
            <pc:sldMk cId="3217052197" sldId="311"/>
            <ac:spMk id="2" creationId="{600AAF15-329C-7E66-3731-EB06943FCAF5}"/>
          </ac:spMkLst>
        </pc:spChg>
        <pc:spChg chg="mod">
          <ac:chgData name="Gino Leonardi - External" userId="1ea455bc-ae41-4bd7-ab03-fc2fab392b66" providerId="ADAL" clId="{004159A2-6E3B-4ED5-9858-885CE13EC580}" dt="2023-04-22T14:42:26.536" v="2344" actId="20577"/>
          <ac:spMkLst>
            <pc:docMk/>
            <pc:sldMk cId="3217052197" sldId="311"/>
            <ac:spMk id="3" creationId="{39BD5A56-EB50-D8A4-CF03-A7DAADCC12B0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44:59.716" v="2366" actId="6549"/>
        <pc:sldMkLst>
          <pc:docMk/>
          <pc:sldMk cId="3205456434" sldId="312"/>
        </pc:sldMkLst>
        <pc:spChg chg="mod">
          <ac:chgData name="Gino Leonardi - External" userId="1ea455bc-ae41-4bd7-ab03-fc2fab392b66" providerId="ADAL" clId="{004159A2-6E3B-4ED5-9858-885CE13EC580}" dt="2023-04-22T14:44:34.494" v="2354" actId="20577"/>
          <ac:spMkLst>
            <pc:docMk/>
            <pc:sldMk cId="3205456434" sldId="312"/>
            <ac:spMk id="2" creationId="{5289308B-A6C0-DF90-EC80-364549A1C897}"/>
          </ac:spMkLst>
        </pc:spChg>
        <pc:spChg chg="mod">
          <ac:chgData name="Gino Leonardi - External" userId="1ea455bc-ae41-4bd7-ab03-fc2fab392b66" providerId="ADAL" clId="{004159A2-6E3B-4ED5-9858-885CE13EC580}" dt="2023-04-22T14:44:59.716" v="2366" actId="6549"/>
          <ac:spMkLst>
            <pc:docMk/>
            <pc:sldMk cId="3205456434" sldId="312"/>
            <ac:spMk id="3" creationId="{2EE79496-C6C2-3810-7A30-D51C7A8EAC63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4:46:23.519" v="2450" actId="113"/>
        <pc:sldMkLst>
          <pc:docMk/>
          <pc:sldMk cId="2820187810" sldId="313"/>
        </pc:sldMkLst>
        <pc:spChg chg="mod">
          <ac:chgData name="Gino Leonardi - External" userId="1ea455bc-ae41-4bd7-ab03-fc2fab392b66" providerId="ADAL" clId="{004159A2-6E3B-4ED5-9858-885CE13EC580}" dt="2023-04-22T14:45:29.488" v="2375" actId="20577"/>
          <ac:spMkLst>
            <pc:docMk/>
            <pc:sldMk cId="2820187810" sldId="313"/>
            <ac:spMk id="2" creationId="{4E3F00C2-0B7F-7B08-5DD8-3DA3EBECF889}"/>
          </ac:spMkLst>
        </pc:spChg>
        <pc:spChg chg="mod">
          <ac:chgData name="Gino Leonardi - External" userId="1ea455bc-ae41-4bd7-ab03-fc2fab392b66" providerId="ADAL" clId="{004159A2-6E3B-4ED5-9858-885CE13EC580}" dt="2023-04-22T14:46:23.519" v="2450" actId="113"/>
          <ac:spMkLst>
            <pc:docMk/>
            <pc:sldMk cId="2820187810" sldId="313"/>
            <ac:spMk id="3" creationId="{0B5EE29F-E873-89C1-DFBF-D2E6D910AC7B}"/>
          </ac:spMkLst>
        </pc:spChg>
      </pc:sldChg>
      <pc:sldChg chg="addSp delSp modSp new mod">
        <pc:chgData name="Gino Leonardi - External" userId="1ea455bc-ae41-4bd7-ab03-fc2fab392b66" providerId="ADAL" clId="{004159A2-6E3B-4ED5-9858-885CE13EC580}" dt="2023-04-22T14:47:46.398" v="2471" actId="14100"/>
        <pc:sldMkLst>
          <pc:docMk/>
          <pc:sldMk cId="398100264" sldId="314"/>
        </pc:sldMkLst>
        <pc:spChg chg="mod">
          <ac:chgData name="Gino Leonardi - External" userId="1ea455bc-ae41-4bd7-ab03-fc2fab392b66" providerId="ADAL" clId="{004159A2-6E3B-4ED5-9858-885CE13EC580}" dt="2023-04-22T14:46:46.397" v="2459" actId="20577"/>
          <ac:spMkLst>
            <pc:docMk/>
            <pc:sldMk cId="398100264" sldId="314"/>
            <ac:spMk id="2" creationId="{22B0DFDE-6FDD-7CD7-A00C-25B2AB409981}"/>
          </ac:spMkLst>
        </pc:spChg>
        <pc:spChg chg="del">
          <ac:chgData name="Gino Leonardi - External" userId="1ea455bc-ae41-4bd7-ab03-fc2fab392b66" providerId="ADAL" clId="{004159A2-6E3B-4ED5-9858-885CE13EC580}" dt="2023-04-22T14:46:53.609" v="2460" actId="478"/>
          <ac:spMkLst>
            <pc:docMk/>
            <pc:sldMk cId="398100264" sldId="314"/>
            <ac:spMk id="3" creationId="{CCAFBE68-3C3C-421D-BD1F-45099C669C5E}"/>
          </ac:spMkLst>
        </pc:spChg>
        <pc:picChg chg="add del">
          <ac:chgData name="Gino Leonardi - External" userId="1ea455bc-ae41-4bd7-ab03-fc2fab392b66" providerId="ADAL" clId="{004159A2-6E3B-4ED5-9858-885CE13EC580}" dt="2023-04-22T14:47:02.808" v="2462" actId="478"/>
          <ac:picMkLst>
            <pc:docMk/>
            <pc:sldMk cId="398100264" sldId="314"/>
            <ac:picMk id="6" creationId="{90202E3D-CF62-B0FF-1604-52D10420F3FC}"/>
          </ac:picMkLst>
        </pc:picChg>
        <pc:picChg chg="add mod">
          <ac:chgData name="Gino Leonardi - External" userId="1ea455bc-ae41-4bd7-ab03-fc2fab392b66" providerId="ADAL" clId="{004159A2-6E3B-4ED5-9858-885CE13EC580}" dt="2023-04-22T14:47:46.398" v="2471" actId="14100"/>
          <ac:picMkLst>
            <pc:docMk/>
            <pc:sldMk cId="398100264" sldId="314"/>
            <ac:picMk id="8" creationId="{AECB3DF2-6F52-F5B5-EF83-9DA91CEE5184}"/>
          </ac:picMkLst>
        </pc:picChg>
      </pc:sldChg>
      <pc:sldChg chg="addSp delSp modSp new mod">
        <pc:chgData name="Gino Leonardi - External" userId="1ea455bc-ae41-4bd7-ab03-fc2fab392b66" providerId="ADAL" clId="{004159A2-6E3B-4ED5-9858-885CE13EC580}" dt="2023-04-22T14:53:39.684" v="2595" actId="403"/>
        <pc:sldMkLst>
          <pc:docMk/>
          <pc:sldMk cId="109001709" sldId="315"/>
        </pc:sldMkLst>
        <pc:spChg chg="mod">
          <ac:chgData name="Gino Leonardi - External" userId="1ea455bc-ae41-4bd7-ab03-fc2fab392b66" providerId="ADAL" clId="{004159A2-6E3B-4ED5-9858-885CE13EC580}" dt="2023-04-22T14:48:16.652" v="2473"/>
          <ac:spMkLst>
            <pc:docMk/>
            <pc:sldMk cId="109001709" sldId="315"/>
            <ac:spMk id="2" creationId="{91493A8A-5A56-1D8B-AE84-66E838D4CA57}"/>
          </ac:spMkLst>
        </pc:spChg>
        <pc:spChg chg="del">
          <ac:chgData name="Gino Leonardi - External" userId="1ea455bc-ae41-4bd7-ab03-fc2fab392b66" providerId="ADAL" clId="{004159A2-6E3B-4ED5-9858-885CE13EC580}" dt="2023-04-22T14:48:35.991" v="2476" actId="478"/>
          <ac:spMkLst>
            <pc:docMk/>
            <pc:sldMk cId="109001709" sldId="315"/>
            <ac:spMk id="3" creationId="{DD947D0A-0AD4-4FED-D5D2-153ABDAC30AC}"/>
          </ac:spMkLst>
        </pc:spChg>
        <pc:graphicFrameChg chg="add mod modGraphic">
          <ac:chgData name="Gino Leonardi - External" userId="1ea455bc-ae41-4bd7-ab03-fc2fab392b66" providerId="ADAL" clId="{004159A2-6E3B-4ED5-9858-885CE13EC580}" dt="2023-04-22T14:53:39.684" v="2595" actId="403"/>
          <ac:graphicFrameMkLst>
            <pc:docMk/>
            <pc:sldMk cId="109001709" sldId="315"/>
            <ac:graphicFrameMk id="5" creationId="{98904E8B-7191-BE6B-808C-7AB7D1049340}"/>
          </ac:graphicFrameMkLst>
        </pc:graphicFrameChg>
      </pc:sldChg>
      <pc:sldChg chg="addSp delSp modSp new mod">
        <pc:chgData name="Gino Leonardi - External" userId="1ea455bc-ae41-4bd7-ab03-fc2fab392b66" providerId="ADAL" clId="{004159A2-6E3B-4ED5-9858-885CE13EC580}" dt="2023-04-22T15:12:03.971" v="2647" actId="20577"/>
        <pc:sldMkLst>
          <pc:docMk/>
          <pc:sldMk cId="1084376872" sldId="316"/>
        </pc:sldMkLst>
        <pc:spChg chg="add del mod">
          <ac:chgData name="Gino Leonardi - External" userId="1ea455bc-ae41-4bd7-ab03-fc2fab392b66" providerId="ADAL" clId="{004159A2-6E3B-4ED5-9858-885CE13EC580}" dt="2023-04-22T15:12:03.971" v="2647" actId="20577"/>
          <ac:spMkLst>
            <pc:docMk/>
            <pc:sldMk cId="1084376872" sldId="316"/>
            <ac:spMk id="2" creationId="{5EF4350C-74DA-CD99-D167-5C21EC502B47}"/>
          </ac:spMkLst>
        </pc:spChg>
        <pc:spChg chg="add del">
          <ac:chgData name="Gino Leonardi - External" userId="1ea455bc-ae41-4bd7-ab03-fc2fab392b66" providerId="ADAL" clId="{004159A2-6E3B-4ED5-9858-885CE13EC580}" dt="2023-04-22T15:11:27.240" v="2601" actId="478"/>
          <ac:spMkLst>
            <pc:docMk/>
            <pc:sldMk cId="1084376872" sldId="316"/>
            <ac:spMk id="3" creationId="{D9CF160A-8B53-4EDF-C4E9-8CDB26193191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5:12:42.080" v="2653" actId="403"/>
        <pc:sldMkLst>
          <pc:docMk/>
          <pc:sldMk cId="3045107359" sldId="317"/>
        </pc:sldMkLst>
        <pc:spChg chg="mod">
          <ac:chgData name="Gino Leonardi - External" userId="1ea455bc-ae41-4bd7-ab03-fc2fab392b66" providerId="ADAL" clId="{004159A2-6E3B-4ED5-9858-885CE13EC580}" dt="2023-04-22T15:12:27.602" v="2649"/>
          <ac:spMkLst>
            <pc:docMk/>
            <pc:sldMk cId="3045107359" sldId="317"/>
            <ac:spMk id="2" creationId="{1F85D482-4303-A9B4-3FEE-B262757C77A5}"/>
          </ac:spMkLst>
        </pc:spChg>
        <pc:spChg chg="mod">
          <ac:chgData name="Gino Leonardi - External" userId="1ea455bc-ae41-4bd7-ab03-fc2fab392b66" providerId="ADAL" clId="{004159A2-6E3B-4ED5-9858-885CE13EC580}" dt="2023-04-22T15:12:42.080" v="2653" actId="403"/>
          <ac:spMkLst>
            <pc:docMk/>
            <pc:sldMk cId="3045107359" sldId="317"/>
            <ac:spMk id="3" creationId="{DF1B8334-26BC-5D9A-1AD8-A10DE2A32799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5:13:47.181" v="2660" actId="20577"/>
        <pc:sldMkLst>
          <pc:docMk/>
          <pc:sldMk cId="634621592" sldId="318"/>
        </pc:sldMkLst>
        <pc:spChg chg="mod">
          <ac:chgData name="Gino Leonardi - External" userId="1ea455bc-ae41-4bd7-ab03-fc2fab392b66" providerId="ADAL" clId="{004159A2-6E3B-4ED5-9858-885CE13EC580}" dt="2023-04-22T15:12:57.840" v="2655"/>
          <ac:spMkLst>
            <pc:docMk/>
            <pc:sldMk cId="634621592" sldId="318"/>
            <ac:spMk id="2" creationId="{E1736064-6BEF-0A8C-7A1C-CF02A2C269A5}"/>
          </ac:spMkLst>
        </pc:spChg>
        <pc:spChg chg="mod">
          <ac:chgData name="Gino Leonardi - External" userId="1ea455bc-ae41-4bd7-ab03-fc2fab392b66" providerId="ADAL" clId="{004159A2-6E3B-4ED5-9858-885CE13EC580}" dt="2023-04-22T15:13:47.181" v="2660" actId="20577"/>
          <ac:spMkLst>
            <pc:docMk/>
            <pc:sldMk cId="634621592" sldId="318"/>
            <ac:spMk id="3" creationId="{69CB9815-E54B-0288-F400-58737EE5D8AA}"/>
          </ac:spMkLst>
        </pc:spChg>
      </pc:sldChg>
      <pc:sldChg chg="addSp modSp new mod">
        <pc:chgData name="Gino Leonardi - External" userId="1ea455bc-ae41-4bd7-ab03-fc2fab392b66" providerId="ADAL" clId="{004159A2-6E3B-4ED5-9858-885CE13EC580}" dt="2023-04-22T15:16:16.653" v="2669" actId="1076"/>
        <pc:sldMkLst>
          <pc:docMk/>
          <pc:sldMk cId="613064157" sldId="319"/>
        </pc:sldMkLst>
        <pc:spChg chg="mod">
          <ac:chgData name="Gino Leonardi - External" userId="1ea455bc-ae41-4bd7-ab03-fc2fab392b66" providerId="ADAL" clId="{004159A2-6E3B-4ED5-9858-885CE13EC580}" dt="2023-04-22T15:15:49.915" v="2663" actId="20577"/>
          <ac:spMkLst>
            <pc:docMk/>
            <pc:sldMk cId="613064157" sldId="319"/>
            <ac:spMk id="2" creationId="{5E687058-4661-E8CD-4E20-CB1EDD3042BD}"/>
          </ac:spMkLst>
        </pc:spChg>
        <pc:spChg chg="mod">
          <ac:chgData name="Gino Leonardi - External" userId="1ea455bc-ae41-4bd7-ab03-fc2fab392b66" providerId="ADAL" clId="{004159A2-6E3B-4ED5-9858-885CE13EC580}" dt="2023-04-22T15:16:14.010" v="2667" actId="20577"/>
          <ac:spMkLst>
            <pc:docMk/>
            <pc:sldMk cId="613064157" sldId="319"/>
            <ac:spMk id="3" creationId="{CF391F60-714A-5619-B80C-DE61ED397499}"/>
          </ac:spMkLst>
        </pc:spChg>
        <pc:picChg chg="add mod">
          <ac:chgData name="Gino Leonardi - External" userId="1ea455bc-ae41-4bd7-ab03-fc2fab392b66" providerId="ADAL" clId="{004159A2-6E3B-4ED5-9858-885CE13EC580}" dt="2023-04-22T15:16:16.653" v="2669" actId="1076"/>
          <ac:picMkLst>
            <pc:docMk/>
            <pc:sldMk cId="613064157" sldId="319"/>
            <ac:picMk id="5" creationId="{7CF3F188-C616-27E8-FD1A-9169CCB640A6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5:17:06.180" v="2683" actId="12"/>
        <pc:sldMkLst>
          <pc:docMk/>
          <pc:sldMk cId="4117205484" sldId="320"/>
        </pc:sldMkLst>
        <pc:spChg chg="mod">
          <ac:chgData name="Gino Leonardi - External" userId="1ea455bc-ae41-4bd7-ab03-fc2fab392b66" providerId="ADAL" clId="{004159A2-6E3B-4ED5-9858-885CE13EC580}" dt="2023-04-22T15:16:31.160" v="2673" actId="20577"/>
          <ac:spMkLst>
            <pc:docMk/>
            <pc:sldMk cId="4117205484" sldId="320"/>
            <ac:spMk id="2" creationId="{0B129515-3A6F-3D4C-18AA-289C266EE9CC}"/>
          </ac:spMkLst>
        </pc:spChg>
        <pc:spChg chg="mod">
          <ac:chgData name="Gino Leonardi - External" userId="1ea455bc-ae41-4bd7-ab03-fc2fab392b66" providerId="ADAL" clId="{004159A2-6E3B-4ED5-9858-885CE13EC580}" dt="2023-04-22T15:17:06.180" v="2683" actId="12"/>
          <ac:spMkLst>
            <pc:docMk/>
            <pc:sldMk cId="4117205484" sldId="320"/>
            <ac:spMk id="3" creationId="{4F37F560-CC18-F3C2-3AA8-85F95257D199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5:18:04.165" v="2688" actId="12"/>
        <pc:sldMkLst>
          <pc:docMk/>
          <pc:sldMk cId="3127383811" sldId="321"/>
        </pc:sldMkLst>
        <pc:spChg chg="mod">
          <ac:chgData name="Gino Leonardi - External" userId="1ea455bc-ae41-4bd7-ab03-fc2fab392b66" providerId="ADAL" clId="{004159A2-6E3B-4ED5-9858-885CE13EC580}" dt="2023-04-22T15:17:52.349" v="2685"/>
          <ac:spMkLst>
            <pc:docMk/>
            <pc:sldMk cId="3127383811" sldId="321"/>
            <ac:spMk id="2" creationId="{E7077870-519D-74D9-4232-51C01852BA7C}"/>
          </ac:spMkLst>
        </pc:spChg>
        <pc:spChg chg="mod">
          <ac:chgData name="Gino Leonardi - External" userId="1ea455bc-ae41-4bd7-ab03-fc2fab392b66" providerId="ADAL" clId="{004159A2-6E3B-4ED5-9858-885CE13EC580}" dt="2023-04-22T15:18:04.165" v="2688" actId="12"/>
          <ac:spMkLst>
            <pc:docMk/>
            <pc:sldMk cId="3127383811" sldId="321"/>
            <ac:spMk id="3" creationId="{9905C3C8-71D6-9082-B529-4497E138AD6A}"/>
          </ac:spMkLst>
        </pc:spChg>
      </pc:sldChg>
      <pc:sldChg chg="addSp delSp modSp new mod">
        <pc:chgData name="Gino Leonardi - External" userId="1ea455bc-ae41-4bd7-ab03-fc2fab392b66" providerId="ADAL" clId="{004159A2-6E3B-4ED5-9858-885CE13EC580}" dt="2023-04-22T15:18:30.854" v="2692"/>
        <pc:sldMkLst>
          <pc:docMk/>
          <pc:sldMk cId="293722842" sldId="322"/>
        </pc:sldMkLst>
        <pc:spChg chg="mod">
          <ac:chgData name="Gino Leonardi - External" userId="1ea455bc-ae41-4bd7-ab03-fc2fab392b66" providerId="ADAL" clId="{004159A2-6E3B-4ED5-9858-885CE13EC580}" dt="2023-04-22T15:18:22.109" v="2690"/>
          <ac:spMkLst>
            <pc:docMk/>
            <pc:sldMk cId="293722842" sldId="322"/>
            <ac:spMk id="2" creationId="{EFB3A398-BDCC-695E-C05B-9F45A0FC8C75}"/>
          </ac:spMkLst>
        </pc:spChg>
        <pc:spChg chg="del">
          <ac:chgData name="Gino Leonardi - External" userId="1ea455bc-ae41-4bd7-ab03-fc2fab392b66" providerId="ADAL" clId="{004159A2-6E3B-4ED5-9858-885CE13EC580}" dt="2023-04-22T15:18:30.207" v="2691" actId="478"/>
          <ac:spMkLst>
            <pc:docMk/>
            <pc:sldMk cId="293722842" sldId="322"/>
            <ac:spMk id="3" creationId="{439F0D50-7C66-A271-9766-1002CA278784}"/>
          </ac:spMkLst>
        </pc:spChg>
        <pc:picChg chg="add mod">
          <ac:chgData name="Gino Leonardi - External" userId="1ea455bc-ae41-4bd7-ab03-fc2fab392b66" providerId="ADAL" clId="{004159A2-6E3B-4ED5-9858-885CE13EC580}" dt="2023-04-22T15:18:30.854" v="2692"/>
          <ac:picMkLst>
            <pc:docMk/>
            <pc:sldMk cId="293722842" sldId="322"/>
            <ac:picMk id="5" creationId="{D61E2586-17E8-DDAE-2F9F-78D9D2A7CC4D}"/>
          </ac:picMkLst>
        </pc:picChg>
        <pc:picChg chg="add mod">
          <ac:chgData name="Gino Leonardi - External" userId="1ea455bc-ae41-4bd7-ab03-fc2fab392b66" providerId="ADAL" clId="{004159A2-6E3B-4ED5-9858-885CE13EC580}" dt="2023-04-22T15:18:30.854" v="2692"/>
          <ac:picMkLst>
            <pc:docMk/>
            <pc:sldMk cId="293722842" sldId="322"/>
            <ac:picMk id="6" creationId="{9093CFD4-92EA-8BF8-1728-25F73450C012}"/>
          </ac:picMkLst>
        </pc:picChg>
        <pc:picChg chg="add mod">
          <ac:chgData name="Gino Leonardi - External" userId="1ea455bc-ae41-4bd7-ab03-fc2fab392b66" providerId="ADAL" clId="{004159A2-6E3B-4ED5-9858-885CE13EC580}" dt="2023-04-22T15:18:30.854" v="2692"/>
          <ac:picMkLst>
            <pc:docMk/>
            <pc:sldMk cId="293722842" sldId="322"/>
            <ac:picMk id="7" creationId="{AD11C327-6905-DEC9-4531-E2EE36FDC95A}"/>
          </ac:picMkLst>
        </pc:picChg>
        <pc:picChg chg="add mod">
          <ac:chgData name="Gino Leonardi - External" userId="1ea455bc-ae41-4bd7-ab03-fc2fab392b66" providerId="ADAL" clId="{004159A2-6E3B-4ED5-9858-885CE13EC580}" dt="2023-04-22T15:18:30.854" v="2692"/>
          <ac:picMkLst>
            <pc:docMk/>
            <pc:sldMk cId="293722842" sldId="322"/>
            <ac:picMk id="8" creationId="{6E9CE2E1-3B19-1E97-B94C-C6BBC1AEFD17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5:22:45.087" v="2696"/>
        <pc:sldMkLst>
          <pc:docMk/>
          <pc:sldMk cId="4173768597" sldId="323"/>
        </pc:sldMkLst>
        <pc:spChg chg="mod">
          <ac:chgData name="Gino Leonardi - External" userId="1ea455bc-ae41-4bd7-ab03-fc2fab392b66" providerId="ADAL" clId="{004159A2-6E3B-4ED5-9858-885CE13EC580}" dt="2023-04-22T15:22:21.975" v="2694"/>
          <ac:spMkLst>
            <pc:docMk/>
            <pc:sldMk cId="4173768597" sldId="323"/>
            <ac:spMk id="2" creationId="{7B0D2861-37B2-1F6A-797B-F4B6B13CCFF9}"/>
          </ac:spMkLst>
        </pc:spChg>
        <pc:spChg chg="mod">
          <ac:chgData name="Gino Leonardi - External" userId="1ea455bc-ae41-4bd7-ab03-fc2fab392b66" providerId="ADAL" clId="{004159A2-6E3B-4ED5-9858-885CE13EC580}" dt="2023-04-22T15:22:45.087" v="2696"/>
          <ac:spMkLst>
            <pc:docMk/>
            <pc:sldMk cId="4173768597" sldId="323"/>
            <ac:spMk id="3" creationId="{A3C88606-35E9-0D10-53CE-9A17CA9DF64C}"/>
          </ac:spMkLst>
        </pc:spChg>
      </pc:sldChg>
      <pc:sldChg chg="modSp new mod">
        <pc:chgData name="Gino Leonardi - External" userId="1ea455bc-ae41-4bd7-ab03-fc2fab392b66" providerId="ADAL" clId="{004159A2-6E3B-4ED5-9858-885CE13EC580}" dt="2023-04-22T15:23:19.375" v="2701" actId="5793"/>
        <pc:sldMkLst>
          <pc:docMk/>
          <pc:sldMk cId="1079691872" sldId="324"/>
        </pc:sldMkLst>
        <pc:spChg chg="mod">
          <ac:chgData name="Gino Leonardi - External" userId="1ea455bc-ae41-4bd7-ab03-fc2fab392b66" providerId="ADAL" clId="{004159A2-6E3B-4ED5-9858-885CE13EC580}" dt="2023-04-22T15:23:02.395" v="2698"/>
          <ac:spMkLst>
            <pc:docMk/>
            <pc:sldMk cId="1079691872" sldId="324"/>
            <ac:spMk id="2" creationId="{1C998916-B632-A196-82AA-90BC487B8387}"/>
          </ac:spMkLst>
        </pc:spChg>
        <pc:spChg chg="mod">
          <ac:chgData name="Gino Leonardi - External" userId="1ea455bc-ae41-4bd7-ab03-fc2fab392b66" providerId="ADAL" clId="{004159A2-6E3B-4ED5-9858-885CE13EC580}" dt="2023-04-22T15:23:19.375" v="2701" actId="5793"/>
          <ac:spMkLst>
            <pc:docMk/>
            <pc:sldMk cId="1079691872" sldId="324"/>
            <ac:spMk id="3" creationId="{95228ED5-B897-51D2-4A3E-D620426E72F6}"/>
          </ac:spMkLst>
        </pc:spChg>
      </pc:sldChg>
      <pc:sldChg chg="addSp modSp new mod">
        <pc:chgData name="Gino Leonardi - External" userId="1ea455bc-ae41-4bd7-ab03-fc2fab392b66" providerId="ADAL" clId="{004159A2-6E3B-4ED5-9858-885CE13EC580}" dt="2023-04-22T15:24:14.786" v="2711" actId="1076"/>
        <pc:sldMkLst>
          <pc:docMk/>
          <pc:sldMk cId="795246400" sldId="325"/>
        </pc:sldMkLst>
        <pc:spChg chg="mod">
          <ac:chgData name="Gino Leonardi - External" userId="1ea455bc-ae41-4bd7-ab03-fc2fab392b66" providerId="ADAL" clId="{004159A2-6E3B-4ED5-9858-885CE13EC580}" dt="2023-04-22T15:23:44.045" v="2703"/>
          <ac:spMkLst>
            <pc:docMk/>
            <pc:sldMk cId="795246400" sldId="325"/>
            <ac:spMk id="2" creationId="{3FE1F1B1-3C37-4EFD-5BD0-02AEA28C4B96}"/>
          </ac:spMkLst>
        </pc:spChg>
        <pc:spChg chg="mod">
          <ac:chgData name="Gino Leonardi - External" userId="1ea455bc-ae41-4bd7-ab03-fc2fab392b66" providerId="ADAL" clId="{004159A2-6E3B-4ED5-9858-885CE13EC580}" dt="2023-04-22T15:24:03.336" v="2707" actId="27636"/>
          <ac:spMkLst>
            <pc:docMk/>
            <pc:sldMk cId="795246400" sldId="325"/>
            <ac:spMk id="3" creationId="{2AF9657D-001E-F63D-ADB1-9B52BE370194}"/>
          </ac:spMkLst>
        </pc:spChg>
        <pc:picChg chg="add mod">
          <ac:chgData name="Gino Leonardi - External" userId="1ea455bc-ae41-4bd7-ab03-fc2fab392b66" providerId="ADAL" clId="{004159A2-6E3B-4ED5-9858-885CE13EC580}" dt="2023-04-22T15:24:09.116" v="2709" actId="1076"/>
          <ac:picMkLst>
            <pc:docMk/>
            <pc:sldMk cId="795246400" sldId="325"/>
            <ac:picMk id="5" creationId="{FD9ABE81-83C7-3564-8A68-AE9076F34C42}"/>
          </ac:picMkLst>
        </pc:picChg>
        <pc:picChg chg="add mod">
          <ac:chgData name="Gino Leonardi - External" userId="1ea455bc-ae41-4bd7-ab03-fc2fab392b66" providerId="ADAL" clId="{004159A2-6E3B-4ED5-9858-885CE13EC580}" dt="2023-04-22T15:24:14.786" v="2711" actId="1076"/>
          <ac:picMkLst>
            <pc:docMk/>
            <pc:sldMk cId="795246400" sldId="325"/>
            <ac:picMk id="6" creationId="{BA342B04-4D6D-C7D4-3F74-018F44B46B3A}"/>
          </ac:picMkLst>
        </pc:picChg>
      </pc:sldChg>
      <pc:sldChg chg="modSp new mod">
        <pc:chgData name="Gino Leonardi - External" userId="1ea455bc-ae41-4bd7-ab03-fc2fab392b66" providerId="ADAL" clId="{004159A2-6E3B-4ED5-9858-885CE13EC580}" dt="2023-04-22T15:24:45.336" v="2716" actId="5793"/>
        <pc:sldMkLst>
          <pc:docMk/>
          <pc:sldMk cId="37401411" sldId="326"/>
        </pc:sldMkLst>
        <pc:spChg chg="mod">
          <ac:chgData name="Gino Leonardi - External" userId="1ea455bc-ae41-4bd7-ab03-fc2fab392b66" providerId="ADAL" clId="{004159A2-6E3B-4ED5-9858-885CE13EC580}" dt="2023-04-22T15:24:37.908" v="2713"/>
          <ac:spMkLst>
            <pc:docMk/>
            <pc:sldMk cId="37401411" sldId="326"/>
            <ac:spMk id="2" creationId="{F708C170-4C50-F7AC-E78A-723FA4B6E0EF}"/>
          </ac:spMkLst>
        </pc:spChg>
        <pc:spChg chg="mod">
          <ac:chgData name="Gino Leonardi - External" userId="1ea455bc-ae41-4bd7-ab03-fc2fab392b66" providerId="ADAL" clId="{004159A2-6E3B-4ED5-9858-885CE13EC580}" dt="2023-04-22T15:24:45.336" v="2716" actId="5793"/>
          <ac:spMkLst>
            <pc:docMk/>
            <pc:sldMk cId="37401411" sldId="326"/>
            <ac:spMk id="3" creationId="{3D1C0563-6E35-F114-7004-EFB2DC6CA8F9}"/>
          </ac:spMkLst>
        </pc:spChg>
      </pc:sldChg>
      <pc:sldChg chg="addSp delSp modSp new mod">
        <pc:chgData name="Gino Leonardi - External" userId="1ea455bc-ae41-4bd7-ab03-fc2fab392b66" providerId="ADAL" clId="{004159A2-6E3B-4ED5-9858-885CE13EC580}" dt="2023-04-22T15:25:27.988" v="2726"/>
        <pc:sldMkLst>
          <pc:docMk/>
          <pc:sldMk cId="1151388998" sldId="327"/>
        </pc:sldMkLst>
        <pc:spChg chg="mod">
          <ac:chgData name="Gino Leonardi - External" userId="1ea455bc-ae41-4bd7-ab03-fc2fab392b66" providerId="ADAL" clId="{004159A2-6E3B-4ED5-9858-885CE13EC580}" dt="2023-04-22T15:24:56.387" v="2718"/>
          <ac:spMkLst>
            <pc:docMk/>
            <pc:sldMk cId="1151388998" sldId="327"/>
            <ac:spMk id="2" creationId="{690A5AE6-0A1A-71F1-B070-F35309374068}"/>
          </ac:spMkLst>
        </pc:spChg>
        <pc:spChg chg="del">
          <ac:chgData name="Gino Leonardi - External" userId="1ea455bc-ae41-4bd7-ab03-fc2fab392b66" providerId="ADAL" clId="{004159A2-6E3B-4ED5-9858-885CE13EC580}" dt="2023-04-22T15:25:02.935" v="2719" actId="478"/>
          <ac:spMkLst>
            <pc:docMk/>
            <pc:sldMk cId="1151388998" sldId="327"/>
            <ac:spMk id="3" creationId="{1915584A-9BC0-0223-4D48-69C42932F8F9}"/>
          </ac:spMkLst>
        </pc:spChg>
        <pc:spChg chg="add mod">
          <ac:chgData name="Gino Leonardi - External" userId="1ea455bc-ae41-4bd7-ab03-fc2fab392b66" providerId="ADAL" clId="{004159A2-6E3B-4ED5-9858-885CE13EC580}" dt="2023-04-22T15:25:07.955" v="2721" actId="1076"/>
          <ac:spMkLst>
            <pc:docMk/>
            <pc:sldMk cId="1151388998" sldId="327"/>
            <ac:spMk id="6" creationId="{D98CDFBA-E730-4D54-71B4-7C385CDDAD85}"/>
          </ac:spMkLst>
        </pc:spChg>
        <pc:spChg chg="add mod">
          <ac:chgData name="Gino Leonardi - External" userId="1ea455bc-ae41-4bd7-ab03-fc2fab392b66" providerId="ADAL" clId="{004159A2-6E3B-4ED5-9858-885CE13EC580}" dt="2023-04-22T15:25:24.165" v="2725" actId="1076"/>
          <ac:spMkLst>
            <pc:docMk/>
            <pc:sldMk cId="1151388998" sldId="327"/>
            <ac:spMk id="9" creationId="{B417C9B0-41CA-C246-7CD5-2058DBD88843}"/>
          </ac:spMkLst>
        </pc:spChg>
        <pc:picChg chg="add mod">
          <ac:chgData name="Gino Leonardi - External" userId="1ea455bc-ae41-4bd7-ab03-fc2fab392b66" providerId="ADAL" clId="{004159A2-6E3B-4ED5-9858-885CE13EC580}" dt="2023-04-22T15:25:13.147" v="2723" actId="1076"/>
          <ac:picMkLst>
            <pc:docMk/>
            <pc:sldMk cId="1151388998" sldId="327"/>
            <ac:picMk id="7" creationId="{856D3C27-26C4-2C31-9228-D6E845A70CF4}"/>
          </ac:picMkLst>
        </pc:picChg>
        <pc:picChg chg="add mod">
          <ac:chgData name="Gino Leonardi - External" userId="1ea455bc-ae41-4bd7-ab03-fc2fab392b66" providerId="ADAL" clId="{004159A2-6E3B-4ED5-9858-885CE13EC580}" dt="2023-04-22T15:25:27.988" v="2726"/>
          <ac:picMkLst>
            <pc:docMk/>
            <pc:sldMk cId="1151388998" sldId="327"/>
            <ac:picMk id="10" creationId="{2CD8B721-44CF-BACA-E912-FD7127687675}"/>
          </ac:picMkLst>
        </pc:picChg>
      </pc:sldChg>
      <pc:sldChg chg="addSp delSp modSp new mod">
        <pc:chgData name="Gino Leonardi - External" userId="1ea455bc-ae41-4bd7-ab03-fc2fab392b66" providerId="ADAL" clId="{004159A2-6E3B-4ED5-9858-885CE13EC580}" dt="2023-04-22T15:26:38.655" v="2747" actId="14100"/>
        <pc:sldMkLst>
          <pc:docMk/>
          <pc:sldMk cId="2941445398" sldId="328"/>
        </pc:sldMkLst>
        <pc:spChg chg="mod">
          <ac:chgData name="Gino Leonardi - External" userId="1ea455bc-ae41-4bd7-ab03-fc2fab392b66" providerId="ADAL" clId="{004159A2-6E3B-4ED5-9858-885CE13EC580}" dt="2023-04-22T15:25:50.925" v="2728"/>
          <ac:spMkLst>
            <pc:docMk/>
            <pc:sldMk cId="2941445398" sldId="328"/>
            <ac:spMk id="2" creationId="{DA71C5E9-6E94-7C8A-94B9-0687096482F0}"/>
          </ac:spMkLst>
        </pc:spChg>
        <pc:spChg chg="add del mod">
          <ac:chgData name="Gino Leonardi - External" userId="1ea455bc-ae41-4bd7-ab03-fc2fab392b66" providerId="ADAL" clId="{004159A2-6E3B-4ED5-9858-885CE13EC580}" dt="2023-04-22T15:26:38.655" v="2747" actId="14100"/>
          <ac:spMkLst>
            <pc:docMk/>
            <pc:sldMk cId="2941445398" sldId="328"/>
            <ac:spMk id="3" creationId="{5B3F89EC-8A40-8446-AFEC-5A3EC1C93ACB}"/>
          </ac:spMkLst>
        </pc:spChg>
        <pc:spChg chg="add del mod">
          <ac:chgData name="Gino Leonardi - External" userId="1ea455bc-ae41-4bd7-ab03-fc2fab392b66" providerId="ADAL" clId="{004159A2-6E3B-4ED5-9858-885CE13EC580}" dt="2023-04-22T15:26:17.135" v="2736" actId="22"/>
          <ac:spMkLst>
            <pc:docMk/>
            <pc:sldMk cId="2941445398" sldId="328"/>
            <ac:spMk id="9" creationId="{383445A7-EA4D-9AE4-432B-D6374CCCFC29}"/>
          </ac:spMkLst>
        </pc:spChg>
        <pc:picChg chg="add del mod">
          <ac:chgData name="Gino Leonardi - External" userId="1ea455bc-ae41-4bd7-ab03-fc2fab392b66" providerId="ADAL" clId="{004159A2-6E3B-4ED5-9858-885CE13EC580}" dt="2023-04-22T15:26:17.494" v="2737"/>
          <ac:picMkLst>
            <pc:docMk/>
            <pc:sldMk cId="2941445398" sldId="328"/>
            <ac:picMk id="5" creationId="{6FE4A6C3-8E9E-A053-435F-4BC6E23F72A0}"/>
          </ac:picMkLst>
        </pc:picChg>
        <pc:picChg chg="add del mod">
          <ac:chgData name="Gino Leonardi - External" userId="1ea455bc-ae41-4bd7-ab03-fc2fab392b66" providerId="ADAL" clId="{004159A2-6E3B-4ED5-9858-885CE13EC580}" dt="2023-04-22T15:26:17.494" v="2737"/>
          <ac:picMkLst>
            <pc:docMk/>
            <pc:sldMk cId="2941445398" sldId="328"/>
            <ac:picMk id="6" creationId="{E25022E0-BC5D-E912-C71E-58058758E2D0}"/>
          </ac:picMkLst>
        </pc:picChg>
        <pc:picChg chg="add del mod">
          <ac:chgData name="Gino Leonardi - External" userId="1ea455bc-ae41-4bd7-ab03-fc2fab392b66" providerId="ADAL" clId="{004159A2-6E3B-4ED5-9858-885CE13EC580}" dt="2023-04-22T15:26:17.494" v="2737"/>
          <ac:picMkLst>
            <pc:docMk/>
            <pc:sldMk cId="2941445398" sldId="328"/>
            <ac:picMk id="7" creationId="{DB39D9B6-DAA0-96A6-7B65-ABBAC3A0030C}"/>
          </ac:picMkLst>
        </pc:picChg>
        <pc:picChg chg="add mod">
          <ac:chgData name="Gino Leonardi - External" userId="1ea455bc-ae41-4bd7-ab03-fc2fab392b66" providerId="ADAL" clId="{004159A2-6E3B-4ED5-9858-885CE13EC580}" dt="2023-04-22T15:26:30.445" v="2743"/>
          <ac:picMkLst>
            <pc:docMk/>
            <pc:sldMk cId="2941445398" sldId="328"/>
            <ac:picMk id="10" creationId="{1E6058D4-26F7-E5CC-9519-A3D7346C0C1E}"/>
          </ac:picMkLst>
        </pc:picChg>
        <pc:picChg chg="add mod">
          <ac:chgData name="Gino Leonardi - External" userId="1ea455bc-ae41-4bd7-ab03-fc2fab392b66" providerId="ADAL" clId="{004159A2-6E3B-4ED5-9858-885CE13EC580}" dt="2023-04-22T15:26:30.445" v="2743"/>
          <ac:picMkLst>
            <pc:docMk/>
            <pc:sldMk cId="2941445398" sldId="328"/>
            <ac:picMk id="11" creationId="{E8A521F9-88AB-DB4B-20E0-0684E21215A8}"/>
          </ac:picMkLst>
        </pc:picChg>
        <pc:picChg chg="add mod">
          <ac:chgData name="Gino Leonardi - External" userId="1ea455bc-ae41-4bd7-ab03-fc2fab392b66" providerId="ADAL" clId="{004159A2-6E3B-4ED5-9858-885CE13EC580}" dt="2023-04-22T15:26:30.445" v="2743"/>
          <ac:picMkLst>
            <pc:docMk/>
            <pc:sldMk cId="2941445398" sldId="328"/>
            <ac:picMk id="12" creationId="{5ED62744-42FC-6546-3790-992329B32B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8" name="Google Shape;28;p3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9" name="Google Shape;29;p3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3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" name="Google Shape;31;p3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2" name="Google Shape;32;p3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3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B5394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394">
                <a:alpha val="49803"/>
              </a:srgbClr>
            </a:solidFill>
            <a:ln>
              <a:noFill/>
            </a:ln>
          </p:spPr>
        </p:sp>
        <p:sp>
          <p:nvSpPr>
            <p:cNvPr id="35" name="Google Shape;35;p3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6" name="Google Shape;36;p3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A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3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B5394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4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3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3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4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4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4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44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4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7" name="Google Shape;107;p4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56A9F3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4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56A9F3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5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5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4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4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4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2" name="Google Shape;122;p4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56A9F3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4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56A9F3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7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47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4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8"/>
          <p:cNvSpPr txBox="1">
            <a:spLocks noGrp="1"/>
          </p:cNvSpPr>
          <p:nvPr>
            <p:ph type="body" idx="1"/>
          </p:nvPr>
        </p:nvSpPr>
        <p:spPr>
          <a:xfrm rot="5400000">
            <a:off x="3035282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4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9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9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4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F6FC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3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3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3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4" name="Google Shape;14;p3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3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B5394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394">
                <a:alpha val="49803"/>
              </a:srgbClr>
            </a:solidFill>
            <a:ln>
              <a:noFill/>
            </a:ln>
          </p:spPr>
        </p:sp>
        <p:sp>
          <p:nvSpPr>
            <p:cNvPr id="17" name="Google Shape;17;p3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8" name="Google Shape;18;p3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A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3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B5394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F6FC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ino.leonardi@euris.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it/Clean-Architecture-progettisti-architetture-programmazione-ebook/dp/B07CGQQS1D/ref=sr_1_3?keywords=clean+architecture&amp;qid=1682170072&amp;sprefix=clean+arc%2Caps%2C85&amp;sr=8-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it-it/aspnet/core/fundamentals/configuration/?view=aspnetcore-5.0#cp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br>
              <a:rPr lang="it-IT" dirty="0"/>
            </a:br>
            <a:r>
              <a:rPr lang="en-US" dirty="0"/>
              <a:t>.NET Advanced concepts</a:t>
            </a:r>
            <a:br>
              <a:rPr lang="it-IT" dirty="0"/>
            </a:br>
            <a:r>
              <a:rPr lang="it-IT" sz="2400" dirty="0" err="1"/>
              <a:t>IoC</a:t>
            </a:r>
            <a:r>
              <a:rPr lang="it-IT" sz="2400" dirty="0"/>
              <a:t> + Hosting</a:t>
            </a:r>
            <a:endParaRPr dirty="0"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 dirty="0"/>
              <a:t> </a:t>
            </a:r>
            <a:endParaRPr dirty="0"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1958" y="6224631"/>
            <a:ext cx="1448104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 dirty="0"/>
              <a:t>Gino David Leonardi</a:t>
            </a:r>
            <a:endParaRPr dirty="0"/>
          </a:p>
        </p:txBody>
      </p:sp>
      <p:sp>
        <p:nvSpPr>
          <p:cNvPr id="156" name="Google Shape;156;p2"/>
          <p:cNvSpPr txBox="1">
            <a:spLocks noGrp="1"/>
          </p:cNvSpPr>
          <p:nvPr>
            <p:ph type="body" idx="1"/>
          </p:nvPr>
        </p:nvSpPr>
        <p:spPr>
          <a:xfrm>
            <a:off x="677334" y="2160590"/>
            <a:ext cx="8596668" cy="276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 dirty="0">
                <a:hlinkClick r:id="rId3"/>
              </a:rPr>
              <a:t>gino.leonardi@euris.it</a:t>
            </a:r>
            <a:endParaRPr lang="it-IT"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349 5928807 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endParaRPr lang="it-IT" dirty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Software </a:t>
            </a:r>
            <a:r>
              <a:rPr lang="it-IT" sz="18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Engineer</a:t>
            </a:r>
            <a:r>
              <a:rPr lang="it-IT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Senior – Team Leader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Technical Trainer &amp; Technical </a:t>
            </a:r>
            <a:r>
              <a:rPr lang="it-IT" dirty="0" err="1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Interviewer</a:t>
            </a:r>
            <a:endParaRPr lang="it-IT" sz="1800" dirty="0">
              <a:solidFill>
                <a:srgbClr val="33333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pic>
        <p:nvPicPr>
          <p:cNvPr id="157" name="Google Shape;15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1958" y="6224631"/>
            <a:ext cx="1448104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>
                <a:solidFill>
                  <a:srgbClr val="0F6FC6"/>
                </a:solidFill>
              </a:rPr>
              <a:t>2</a:t>
            </a:fld>
            <a:endParaRPr>
              <a:solidFill>
                <a:srgbClr val="0F6FC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 dirty="0"/>
              <a:t>Best Practice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677334" y="1537398"/>
            <a:ext cx="8325989" cy="450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Letture Consigliate</a:t>
            </a:r>
          </a:p>
          <a:p>
            <a:pPr lvl="1"/>
            <a:r>
              <a:rPr lang="it-IT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it-IT" b="0" i="0" u="none" strike="noStrike" baseline="0" dirty="0" err="1">
                <a:solidFill>
                  <a:srgbClr val="F49100"/>
                </a:solidFill>
                <a:latin typeface="Trebuchet MS" panose="020B0603020202020204" pitchFamily="34" charset="0"/>
              </a:rPr>
              <a:t>Clean</a:t>
            </a:r>
            <a:r>
              <a:rPr lang="it-IT" b="0" i="0" u="none" strike="noStrike" baseline="0" dirty="0">
                <a:solidFill>
                  <a:srgbClr val="F49100"/>
                </a:solidFill>
                <a:latin typeface="Trebuchet MS" panose="020B0603020202020204" pitchFamily="34" charset="0"/>
              </a:rPr>
              <a:t> Code</a:t>
            </a:r>
          </a:p>
          <a:p>
            <a:pPr lvl="1"/>
            <a:r>
              <a:rPr lang="it-IT" b="0" i="0" u="none" strike="noStrike" baseline="0" dirty="0" err="1">
                <a:solidFill>
                  <a:srgbClr val="F49100"/>
                </a:solidFill>
                <a:latin typeface="Trebuchet MS" panose="020B0603020202020204" pitchFamily="34" charset="0"/>
                <a:hlinkClick r:id="rId3"/>
              </a:rPr>
              <a:t>Clean</a:t>
            </a:r>
            <a:r>
              <a:rPr lang="it-IT" b="0" i="0" u="none" strike="noStrike" baseline="0" dirty="0">
                <a:solidFill>
                  <a:srgbClr val="F49100"/>
                </a:solidFill>
                <a:latin typeface="Trebuchet MS" panose="020B0603020202020204" pitchFamily="34" charset="0"/>
                <a:hlinkClick r:id="rId3"/>
              </a:rPr>
              <a:t> Architecture</a:t>
            </a:r>
            <a:endParaRPr lang="it-IT" b="0" i="0" u="none" strike="noStrike" baseline="0" dirty="0">
              <a:solidFill>
                <a:srgbClr val="F49100"/>
              </a:solidFill>
              <a:latin typeface="Trebuchet MS" panose="020B0603020202020204" pitchFamily="34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22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r>
              <a:rPr lang="it-IT" sz="3400" dirty="0"/>
              <a:t>Di cosa ci occuperemo?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22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r>
              <a:rPr lang="it-IT" sz="2200" dirty="0"/>
              <a:t>Approcci Architetturali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200" dirty="0"/>
              <a:t>Design Pattern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sz="2000" dirty="0"/>
              <a:t>Singleton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sz="2000" dirty="0"/>
              <a:t>Factory Method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sz="2000" dirty="0"/>
              <a:t> Chain of Responsibility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sz="2000" dirty="0"/>
              <a:t> Decorator</a:t>
            </a:r>
            <a:endParaRPr lang="it-IT" sz="2000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br>
              <a:rPr lang="it-IT" sz="2200" dirty="0"/>
            </a:br>
            <a:r>
              <a:rPr lang="it-IT" sz="2200" dirty="0"/>
              <a:t>	</a:t>
            </a:r>
            <a:endParaRPr dirty="0"/>
          </a:p>
        </p:txBody>
      </p:sp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1958" y="6224631"/>
            <a:ext cx="1448104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>
                <a:solidFill>
                  <a:srgbClr val="0F6FC6"/>
                </a:solidFill>
              </a:rPr>
              <a:t>3</a:t>
            </a:fld>
            <a:endParaRPr>
              <a:solidFill>
                <a:srgbClr val="0F6FC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A749-A0CE-989A-B4BC-4A656254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-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Indice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FF4C5-6A3C-D286-B6BB-335773C19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Cos’è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un Pattern</a:t>
            </a: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Scopo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dei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Pattern</a:t>
            </a: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Definizione</a:t>
            </a:r>
            <a:endParaRPr lang="en-US" sz="15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Tipologia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dei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design pattern</a:t>
            </a: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Creazionali</a:t>
            </a:r>
            <a:endParaRPr lang="en-US" sz="15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/>
            <a:r>
              <a:rPr lang="en-US" sz="13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Factory Method</a:t>
            </a: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Strutturali</a:t>
            </a:r>
            <a:endParaRPr lang="en-US" sz="15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/>
            <a:r>
              <a:rPr lang="en-US" sz="13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Decorator</a:t>
            </a: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Comportamentali</a:t>
            </a:r>
            <a:endParaRPr lang="en-US" sz="15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/>
            <a:r>
              <a:rPr lang="en-US" sz="13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Chain of </a:t>
            </a:r>
            <a:r>
              <a:rPr lang="en-US" sz="13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Responsability</a:t>
            </a:r>
            <a:endParaRPr lang="en-US" sz="13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Qualche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esempio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5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pratico</a:t>
            </a:r>
            <a:r>
              <a:rPr lang="en-US" sz="15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94934-89C6-A140-A0BA-45BFF5D7A2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220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7160-C59D-6D1A-2B8A-96C543CE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it-IT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–Cos’è un Pattern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EAAC-C400-67CC-DA75-64337E6DD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È un’IDEA, uno schema GENERALE E RIUSABILE</a:t>
            </a: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NON un </a:t>
            </a:r>
            <a:r>
              <a:rPr lang="en-US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componente</a:t>
            </a:r>
            <a:r>
              <a:rPr lang="en-US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riusabile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perchè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:</a:t>
            </a:r>
          </a:p>
          <a:p>
            <a:pPr lvl="1"/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Non è un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o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ggetto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fisico</a:t>
            </a:r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/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Non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può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essere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usato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così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come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definito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, ma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deve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essere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contestualizzato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all’interno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del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particolare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problema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applicativo</a:t>
            </a:r>
            <a:endParaRPr lang="en-US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569B7-22CF-23C9-7DDD-3511E6220E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45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BFD9-9F48-19ED-0144-C8F32018F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Definizione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11330-7F28-A0DB-F99E-F497E8486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Ogni pattern descrive un problema specifico che ricorre più volte e descrive il nucleo della soluzione a quel problema, in modo da poter utilizzare tale soluzione un milione di volte, senza mai farlo allo stesso modo.</a:t>
            </a: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Un pattern è formato da quattro elementi essenziali:</a:t>
            </a: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pPr marL="480060" indent="-342900">
              <a:buFont typeface="+mj-lt"/>
              <a:buAutoNum type="arabicPeriod"/>
            </a:pP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Il </a:t>
            </a: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nome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del pattern, è utile per descrivere la sua funzionalità in una o due parole. </a:t>
            </a:r>
          </a:p>
          <a:p>
            <a:pPr marL="480060" indent="-342900">
              <a:buFont typeface="+mj-lt"/>
              <a:buAutoNum type="arabicPeriod"/>
            </a:pP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Il </a:t>
            </a: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problema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nel quale il pattern è applicabile. Spiega il problema e il contesto, a volte descrive dei problemi specifici del design mentre a volte può descrivere strutture di classi e oggetti. Può anche includere una lista di condizioni che devono essere soddisfatte precedentemente perché il pattern possa essere applicato.</a:t>
            </a:r>
          </a:p>
          <a:p>
            <a:pPr marL="480060" indent="-342900">
              <a:buFont typeface="+mj-lt"/>
              <a:buAutoNum type="arabicPeriod"/>
            </a:pP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La </a:t>
            </a: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soluzione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che descrive in modo astratto come il pattern risolve il problema. Descrive gli elementi che compongono il design, le loro responsabilità e le collaborazioni.</a:t>
            </a:r>
          </a:p>
          <a:p>
            <a:pPr marL="480060" indent="-342900" algn="l">
              <a:buFont typeface="+mj-lt"/>
              <a:buAutoNum type="arabicPeriod"/>
            </a:pP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Le </a:t>
            </a: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conseguenze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portate dall'applicazione del pattern. Spesso sono tralasciate ma sono importanti per poter valutare i costi-benefici dell'utilizzo del pattern.</a:t>
            </a: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lvl="1"/>
            <a:endParaRPr lang="it-IT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24BF-17AE-524A-F81B-139D0AFD42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23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106F-DAE3-C20E-21DC-6AB629FE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it-IT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–Tipologia di Design Patterns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3B5FA-B2B6-40D1-CC95-004A7ECD8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Esistono diverse categorie di pattern, che descrivono la funzione (</a:t>
            </a:r>
            <a:r>
              <a:rPr lang="it-IT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purpose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 e il dominio (</a:t>
            </a: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scope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 del pattern. </a:t>
            </a: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Funzione (</a:t>
            </a:r>
            <a:r>
              <a:rPr lang="it-IT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purpose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), ovvero cosa fa il pattern: </a:t>
            </a:r>
          </a:p>
          <a:p>
            <a:r>
              <a:rPr lang="it-IT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Creazionali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(</a:t>
            </a:r>
            <a:r>
              <a:rPr lang="it-IT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creational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): forniscono meccanismi per la creazione di oggetti 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Strutturali (</a:t>
            </a:r>
            <a:r>
              <a:rPr lang="it-IT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structural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): gestiscono la separazione tra interfaccia e implementazione e le modalità di composizione tra oggetti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Comportamentali (</a:t>
            </a:r>
            <a:r>
              <a:rPr lang="it-IT" sz="1800" b="1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behavioral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): consentono la modifica del comportamento degli oggetti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531F0-2043-9B74-BF8C-FA4C6DB24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152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DFF5-0E80-F8CC-A9C6-0BDEE6C0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Creazionali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9B926-FE25-5FE3-7028-D04E789C6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 pattern di questa categoria sono dedicati alla composizione di classi e oggetti per creare delle strutture più grandi.</a:t>
            </a:r>
          </a:p>
          <a:p>
            <a:endParaRPr lang="it-IT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137160" indent="0">
              <a:buNone/>
            </a:pP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È possibile creare delle classi che ereditano da più classi per consentire di utilizzare proprietà di più superclassi indipendenti.</a:t>
            </a: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3FF7-DA31-5651-D6E0-FA9951F78D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46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968D-92EC-CA49-876F-2F703E24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Creazionali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CD69-006B-1065-D766-11E229CB3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0566A-A298-0236-1CDF-DA43CE9B27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9</a:t>
            </a:fld>
            <a:endParaRPr lang="it-IT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7B5ACE-1521-46DF-F84C-A81BD5055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374872"/>
              </p:ext>
            </p:extLst>
          </p:nvPr>
        </p:nvGraphicFramePr>
        <p:xfrm>
          <a:off x="677334" y="1701443"/>
          <a:ext cx="8128000" cy="3027680"/>
        </p:xfrm>
        <a:graphic>
          <a:graphicData uri="http://schemas.openxmlformats.org/drawingml/2006/table">
            <a:tbl>
              <a:tblPr firstRow="1" bandRow="1">
                <a:tableStyleId>{F8166D13-282D-42FF-9263-2B64983F8ADD}</a:tableStyleId>
              </a:tblPr>
              <a:tblGrid>
                <a:gridCol w="1786733">
                  <a:extLst>
                    <a:ext uri="{9D8B030D-6E8A-4147-A177-3AD203B41FA5}">
                      <a16:colId xmlns:a16="http://schemas.microsoft.com/office/drawing/2014/main" val="2010357007"/>
                    </a:ext>
                  </a:extLst>
                </a:gridCol>
                <a:gridCol w="6341267">
                  <a:extLst>
                    <a:ext uri="{9D8B030D-6E8A-4147-A177-3AD203B41FA5}">
                      <a16:colId xmlns:a16="http://schemas.microsoft.com/office/drawing/2014/main" val="3851775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Descrizione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87254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r>
                        <a:rPr lang="it-IT" dirty="0"/>
                        <a:t>Builder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Separa la costruzione di un oggetto complesso dalla sua rappresentazione in modo da poter usare lo stesso processo di costruzione per altre rappresentazioni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66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Abstract </a:t>
                      </a:r>
                      <a:r>
                        <a:rPr lang="it-IT" dirty="0" err="1"/>
                        <a:t>Factory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Provvede ad un interfaccia per creare famiglie di oggetti in relazione senza specificare le loro classi concrete	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8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Factory</a:t>
                      </a:r>
                      <a:r>
                        <a:rPr lang="it-IT" dirty="0"/>
                        <a:t> 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Definisce un interfaccia per creare un oggetto ma lascia decidere alle sottoclassi quale classe istanziare	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36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Prototype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Specifica il tipo di oggetto da creare usando un istanza prototipo e crea nuovi oggetti copiando questo prototipo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50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Singleton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Assicura che la classe abbia una sola istanza e provvede un modo di accesso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03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62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6CDA-F3AE-4B01-939A-C9BB7B5B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–Factory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16AFF-FCC9-A4DB-FC91-B95EE0D8A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Esigenza: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costruire un veicolo sulla base del numero di ruote richieste.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Caso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d’uso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: 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un mezzo a 4 ruote -&gt; macchina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un mezzo a 2 ruote -&gt; motocicletta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un mezzo da 6 ruote in </a:t>
            </a:r>
            <a:r>
              <a:rPr lang="it-IT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sù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-&gt; Camion</a:t>
            </a:r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4BF35-2F70-6393-E547-F4244EFB2B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378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DFEB-C7EB-BF89-5171-DCCDB8CA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–Factory Method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F9A8-46A7-1EB0-30FB-A37045711F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11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8141D-8F41-48A5-7B37-15A3E11A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5" y="1511167"/>
            <a:ext cx="8596668" cy="409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2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AA2A-B6DD-395D-827B-05666868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–Factory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7EDA0-94D3-2CE9-C1DF-FF077CB7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424539"/>
            <a:ext cx="4847567" cy="4616823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 lnSpcReduction="20000"/>
          </a:bodyPr>
          <a:lstStyle/>
          <a:p>
            <a:pPr marL="13716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interface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IVehicle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Car: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IVehicle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Motorbike: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IVehicle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Truck: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IVehicle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4AC9-1DA4-659E-D756-59EFF7E558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72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DC52-958F-C728-05FB-CEB60FB0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–Factory Method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77683-CFF0-2B08-5CFE-A0A05FA74A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13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75F34-F036-FCAD-F111-4DCEA8FC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79594"/>
            <a:ext cx="8829689" cy="312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24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6290-C8E7-BA16-719E-C35419D9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Strutturali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DDC31-A7F4-D9E1-FF1F-67A2CFBEC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 pattern di questa categoria sono dedicati alla composizione di classi e oggetti per creare delle strutture più grandi.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È possibile creare delle classi che ereditano da più classi per consentire di utilizzare proprietà di più superclassi indipendenti.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Ad esempio permettono di far funzionare insieme delle librerie indipendenti.</a:t>
            </a:r>
          </a:p>
          <a:p>
            <a:pPr marL="137160" indent="0">
              <a:buNone/>
            </a:pPr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45EAB-FA2C-0F66-D47D-1688759D31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384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7E56-6C35-19E3-E13A-51F34431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Strutturali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242E-D84D-9552-B581-93C5F9669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15</a:t>
            </a:fld>
            <a:endParaRPr lang="it-IT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29F99DB-BEF5-F7AD-35BA-4C0905578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93485"/>
              </p:ext>
            </p:extLst>
          </p:nvPr>
        </p:nvGraphicFramePr>
        <p:xfrm>
          <a:off x="492671" y="1759194"/>
          <a:ext cx="8965994" cy="3703320"/>
        </p:xfrm>
        <a:graphic>
          <a:graphicData uri="http://schemas.openxmlformats.org/drawingml/2006/table">
            <a:tbl>
              <a:tblPr firstRow="1" bandRow="1">
                <a:tableStyleId>{F8166D13-282D-42FF-9263-2B64983F8ADD}</a:tableStyleId>
              </a:tblPr>
              <a:tblGrid>
                <a:gridCol w="1328287">
                  <a:extLst>
                    <a:ext uri="{9D8B030D-6E8A-4147-A177-3AD203B41FA5}">
                      <a16:colId xmlns:a16="http://schemas.microsoft.com/office/drawing/2014/main" val="932749457"/>
                    </a:ext>
                  </a:extLst>
                </a:gridCol>
                <a:gridCol w="7637707">
                  <a:extLst>
                    <a:ext uri="{9D8B030D-6E8A-4147-A177-3AD203B41FA5}">
                      <a16:colId xmlns:a16="http://schemas.microsoft.com/office/drawing/2014/main" val="3607855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Descrizione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14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Adapter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Converte l’interfaccia di una classe in un’altra permettendo a due classi di lavorare assieme anche se hanno interfacce diverse.	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078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Bridge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Disaccoppia un’astrazione dalla sua implementazione in modo che possano variare in modo indipendente.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Decorator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Aggiunge nuove responsabilità ad un oggetto in modo dinamico, è un alternativa alle sottoclassi per estendere le funzionalità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20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Composite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Compone oggetti in strutture ad albero per implementare delle composizioni ricorsive	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92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Facade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Provvede un interfaccia unificata per le interfacce di un sottosistema in modo da rendere più facile il loro utilizzo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05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Proxy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Provvede un surrogato di un oggetto per controllarne gli accessi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32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Flyweight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Usa la condivisione per supportare in modo efficiente un gran numero di oggetti con fine granularità	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14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819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A49B-A176-A214-D1CF-979251CF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–Decorator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3CA3B-E4D9-1D95-A664-AABF6A864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Esigenza: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gestire il software di una gelateria che permetta di realizzare sia gelati semplici, sia gelati con il topping o altri ingredienti.</a:t>
            </a:r>
          </a:p>
          <a:p>
            <a:pPr marL="137160" indent="0">
              <a:buNone/>
            </a:pPr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137160" indent="0">
              <a:buNone/>
            </a:pP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Caso </a:t>
            </a:r>
            <a:r>
              <a:rPr lang="en-US" dirty="0" err="1">
                <a:solidFill>
                  <a:srgbClr val="404040"/>
                </a:solidFill>
                <a:latin typeface="Trebuchet MS" panose="020B0603020202020204" pitchFamily="34" charset="0"/>
              </a:rPr>
              <a:t>d’uso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: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vogliamo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un gelato semplice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un gelato con le noccioline sopra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un gelato al miele</a:t>
            </a:r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pPr marL="137160" indent="0">
              <a:buNone/>
            </a:pPr>
            <a:endParaRPr lang="it-IT" dirty="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D4535-37C1-4565-321F-EB93F920E6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4413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E288-4404-ED12-494B-508D99E7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–Decorator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EC8DC-BD79-FC9F-E5CC-458F16471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17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027B3-960C-47DA-237C-CFF72DA1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8" y="1182281"/>
            <a:ext cx="6952150" cy="522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7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3D15-D53C-1E9A-124B-A22FBBDD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–Decorator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B38E3-9B19-D7A7-9F48-F990B6C9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788" y="1488613"/>
            <a:ext cx="8596668" cy="3880773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pPr marL="13716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abstract class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abstract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SimpleIceCream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override string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 =&gt; ‘’</a:t>
            </a:r>
            <a:r>
              <a:rPr lang="en-US" sz="1800" b="0" i="0" u="none" strike="noStrike" baseline="0" dirty="0">
                <a:solidFill>
                  <a:srgbClr val="FFC000"/>
                </a:solidFill>
                <a:latin typeface="Consolas" panose="020B0609020204030204" pitchFamily="49" charset="0"/>
              </a:rPr>
              <a:t>base </a:t>
            </a:r>
            <a:r>
              <a:rPr lang="en-US" sz="1800" b="0" i="0" u="none" strike="noStrike" baseline="0" dirty="0" err="1">
                <a:solidFill>
                  <a:srgbClr val="FFC000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’’;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DC0A3-56F0-F24A-369C-624ED38C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92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3D15-D53C-1E9A-124B-A22FBBDD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–Decorator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B38E3-9B19-D7A7-9F48-F990B6C9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788" y="1488613"/>
            <a:ext cx="8596668" cy="3880773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 lnSpcReduction="10000"/>
          </a:bodyPr>
          <a:lstStyle/>
          <a:p>
            <a:pPr marL="13716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abstract class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IceCreamDecorator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 private </a:t>
            </a:r>
            <a:r>
              <a:rPr lang="en-US" sz="1800" b="0" i="0" u="none" strike="noStrike" baseline="0" dirty="0" err="1">
                <a:solidFill>
                  <a:srgbClr val="2091C8"/>
                </a:solidFill>
                <a:latin typeface="Consolas" panose="020B0609020204030204" pitchFamily="49" charset="0"/>
              </a:rPr>
              <a:t>readonly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_icecream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IceCreamDecorator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 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	_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</a:p>
          <a:p>
            <a:pPr marL="137160" indent="0">
              <a:buNone/>
            </a:pPr>
            <a:r>
              <a:rPr lang="en-US" dirty="0">
                <a:solidFill>
                  <a:srgbClr val="FFFFFF"/>
                </a:solidFill>
                <a:latin typeface="Consolas" panose="020B0609020204030204" pitchFamily="49" charset="0"/>
              </a:rPr>
              <a:t>   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  public override string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 =&gt; _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icecream.MakeIceCream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DC0A3-56F0-F24A-369C-624ED38C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76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3D15-D53C-1E9A-124B-A22FBBDD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–Decorator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B38E3-9B19-D7A7-9F48-F990B6C9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788" y="1488613"/>
            <a:ext cx="8596668" cy="3880773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HoneyIceCream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: 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IceCreamDecorator</a:t>
            </a:r>
            <a:endParaRPr lang="en-US" sz="1800" b="0" i="0" u="none" strike="noStrike" baseline="0" dirty="0">
              <a:solidFill>
                <a:srgbClr val="54A839"/>
              </a:solidFill>
              <a:latin typeface="Consolas" panose="020B0609020204030204" pitchFamily="49" charset="0"/>
            </a:endParaRP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public string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HoneyIceCream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): base(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  _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public override string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 =&gt;      	$”{_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icecream.MakeIceCream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()} </a:t>
            </a:r>
            <a:r>
              <a:rPr lang="en-US" sz="1800" b="0" i="0" u="none" strike="noStrike" baseline="0" dirty="0">
                <a:solidFill>
                  <a:srgbClr val="FFC000"/>
                </a:solidFill>
                <a:latin typeface="Consolas" panose="020B0609020204030204" pitchFamily="49" charset="0"/>
              </a:rPr>
              <a:t>with Honey</a:t>
            </a:r>
            <a:r>
              <a:rPr lang="en-US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DC0A3-56F0-F24A-369C-624ED38C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9679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8F7D-9C8F-603D-4DE4-792C12A5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Comportamentali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1672B-4544-8E06-AF19-60144BCE6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Questi pattern sono dedicati all'assegnamento di responsabilità tra gli oggetti e alla creazione di algoritmi.</a:t>
            </a: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Una caratteristica comune in questi pattern è il supporto per seguire le comunicazioni che avvengono tra le classi.</a:t>
            </a:r>
          </a:p>
          <a:p>
            <a:pPr marL="137160" indent="0">
              <a:buNone/>
            </a:pPr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L'utilizzo di questi pattern permette di dedicarsi principalmente alle connessioni tra oggetti lasciando in disparte la gestione dei flussi di controllo. </a:t>
            </a:r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D133D-3491-DAF5-F74C-9891D8822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8785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768D-4552-1128-3A9D-6C1ECE72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711" y="244475"/>
            <a:ext cx="8596668" cy="1320800"/>
          </a:xfrm>
        </p:spPr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Comportamentali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B3118-BD26-0A1D-D412-E78BA6DB6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22</a:t>
            </a:fld>
            <a:endParaRPr lang="it-IT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4E7552F-7288-F39C-3977-9CFBFC184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239158"/>
              </p:ext>
            </p:extLst>
          </p:nvPr>
        </p:nvGraphicFramePr>
        <p:xfrm>
          <a:off x="703711" y="904875"/>
          <a:ext cx="8128000" cy="5527138"/>
        </p:xfrm>
        <a:graphic>
          <a:graphicData uri="http://schemas.openxmlformats.org/drawingml/2006/table">
            <a:tbl>
              <a:tblPr firstRow="1" bandRow="1">
                <a:tableStyleId>{F8166D13-282D-42FF-9263-2B64983F8ADD}</a:tableStyleId>
              </a:tblPr>
              <a:tblGrid>
                <a:gridCol w="1538328">
                  <a:extLst>
                    <a:ext uri="{9D8B030D-6E8A-4147-A177-3AD203B41FA5}">
                      <a16:colId xmlns:a16="http://schemas.microsoft.com/office/drawing/2014/main" val="193951573"/>
                    </a:ext>
                  </a:extLst>
                </a:gridCol>
                <a:gridCol w="6589672">
                  <a:extLst>
                    <a:ext uri="{9D8B030D-6E8A-4147-A177-3AD203B41FA5}">
                      <a16:colId xmlns:a16="http://schemas.microsoft.com/office/drawing/2014/main" val="2377534228"/>
                    </a:ext>
                  </a:extLst>
                </a:gridCol>
              </a:tblGrid>
              <a:tr h="279270">
                <a:tc>
                  <a:txBody>
                    <a:bodyPr/>
                    <a:lstStyle/>
                    <a:p>
                      <a:r>
                        <a:rPr lang="it-IT" dirty="0"/>
                        <a:t>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Descrizione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622669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Chain of </a:t>
                      </a:r>
                      <a:r>
                        <a:rPr lang="it-IT" sz="1200" dirty="0" err="1"/>
                        <a:t>Responsability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Evita l’accoppiamento di chi manda una richiesta con chi la riceve dando a più oggetti la possibilità di maneggiare la richiesta.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783753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 err="1"/>
                        <a:t>Command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Incapsula una richiesta in un oggetto in modo da poter eseguire operazioni che non si potrebbero eseguire.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731818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Interpreter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Dato un linguaggio, definisce una rappresentazione per la sua grammatica ed un interprete per le frasi del linguaggio.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3387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Iterator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Fornisce un modo di accesso agli elementi di un oggetto aggregato in modo sequenziale senza esporre la sua rappresentazione sottostante 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129736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Mediator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Definisce un oggetto che incapsula il modo in cui un insieme di oggetti interagisce in modo da permettere la loro indipendenza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47679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Memento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Cattura e porta all'esterno lo stato interno di un oggetto senza violare l'</a:t>
                      </a:r>
                      <a:r>
                        <a:rPr lang="it-IT" sz="12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incapsulazione</a:t>
                      </a:r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in modo da ripristinare il suo stato più tardi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48172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Observer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Definisce una dipendenza 1:N tra oggetti in modo che se uno cambia stato gli altri siano aggiornati automaticamente 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83328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State	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Permette ad un oggetto di cambiare il proprio comportamento a seconda del suo stato interno, come se cambiasse classe di appartenenza	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39688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Strategy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Definisce una famiglia di algoritmi, li incapsula ognuno e li rende intercambiabili in modo da cambiare indipendentemente dagli utilizzatori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64765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Template Method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Definisce lo scheletro di un algoritmo in un’operazione lasciando definire alcuni passi alle sottoclassi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689043"/>
                  </a:ext>
                </a:extLst>
              </a:tr>
              <a:tr h="474758">
                <a:tc>
                  <a:txBody>
                    <a:bodyPr/>
                    <a:lstStyle/>
                    <a:p>
                      <a:r>
                        <a:rPr lang="it-IT" sz="1200" dirty="0"/>
                        <a:t>Visitor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Rappresenta un’operazione da fare sugli elementi della struttura di un oggetto.</a:t>
                      </a:r>
                    </a:p>
                    <a:p>
                      <a:r>
                        <a:rPr lang="it-IT" sz="1200" dirty="0"/>
                        <a:t>Lascia definire nuove operazioni senza cambiare classe degli elemento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981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694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95DD-08B3-99E8-26B0-4412F6D5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–Chain of 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Responsability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984F1-AA38-B5D4-B7AB-8DFF8BBFC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Esigenza: 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vogliamo simulare il processo di approvazione di un prestito dalla richiesta all’accettazione. Maggiore sarà la cifra, più in alto l’impiegato della banca dovrà scalare per l’</a:t>
            </a:r>
            <a:r>
              <a:rPr lang="it-IT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apporvazione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.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Caso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d’uso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: </a:t>
            </a: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Il cliente </a:t>
            </a:r>
            <a:r>
              <a:rPr lang="it-IT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fà</a:t>
            </a:r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la richiesta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L’impiegato in banca l’approva se è inferiore a 10.000€ altrimenti la manda al suo superiore</a:t>
            </a: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Il vice-direttore l’approva se la cifra è inferiore a 25.000€  altrimenti la manda al suo superiore</a:t>
            </a: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Il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direttore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l’approva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!</a:t>
            </a:r>
          </a:p>
          <a:p>
            <a:endParaRPr lang="en-US" sz="1800" b="0" i="0" u="none" strike="noStrike" baseline="0" dirty="0">
              <a:solidFill>
                <a:srgbClr val="0E6EC5"/>
              </a:solidFill>
              <a:latin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1DFEB-4035-CE39-221B-B6DD70942A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794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530A-13B4-36D7-7424-282615A3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–Chain of 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Responsability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6534-B219-1CA9-4ED1-916CFF730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24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74968C-69E3-34DD-4119-D2C90039C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35" y="1806677"/>
            <a:ext cx="7382663" cy="27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85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C279-F43E-3397-3293-65342F68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–Chain of 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Responsability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95F9A-C43A-5D3C-464F-431143DA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781175"/>
            <a:ext cx="8596668" cy="4260187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abstract class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Approver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protected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Approver </a:t>
            </a: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_boss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public void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SetSuccesor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Approver 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boss) 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  _boss = boss;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public abstract void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ProcessLoan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Loan 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loan);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b="0" i="0" u="none" strike="noStrike" baseline="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4377-4B8F-D7CD-2F46-46339E7D2A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057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EC27-0337-22C7-E206-FF1200BB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Design Pattern –Chain of 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Responsability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1E7E1-4A26-24B9-8802-898B6BD4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457325"/>
            <a:ext cx="8596668" cy="4584037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b="0" i="0" u="none" strike="noStrike" baseline="0" dirty="0">
                <a:solidFill>
                  <a:srgbClr val="54A839"/>
                </a:solidFill>
                <a:latin typeface="Consolas" panose="020B0609020204030204" pitchFamily="49" charset="0"/>
              </a:rPr>
              <a:t>Clark : Approver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2091C8"/>
                </a:solidFill>
                <a:latin typeface="Consolas" panose="020B0609020204030204" pitchFamily="49" charset="0"/>
              </a:rPr>
              <a:t>  public override void 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ProcessLoan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54A839"/>
                </a:solidFill>
                <a:latin typeface="Consolas" panose="020B0609020204030204" pitchFamily="49" charset="0"/>
              </a:rPr>
              <a:t>Loan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loan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{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4489D6"/>
                </a:solidFill>
                <a:latin typeface="Consolas" panose="020B0609020204030204" pitchFamily="49" charset="0"/>
              </a:rPr>
              <a:t>     if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loan.Amount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&lt; </a:t>
            </a:r>
            <a:r>
              <a:rPr lang="en-US" sz="1800" b="0" i="0" u="none" strike="noStrike" baseline="0" dirty="0">
                <a:solidFill>
                  <a:srgbClr val="FFFF00"/>
                </a:solidFill>
                <a:latin typeface="Consolas" panose="020B0609020204030204" pitchFamily="49" charset="0"/>
              </a:rPr>
              <a:t>10000.0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0C9B74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0" i="0" u="none" strike="noStrike" baseline="0" dirty="0" err="1">
                <a:solidFill>
                  <a:srgbClr val="0C9B74"/>
                </a:solidFill>
                <a:latin typeface="Consolas" panose="020B0609020204030204" pitchFamily="49" charset="0"/>
              </a:rPr>
              <a:t>Console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.Writeline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(‘’</a:t>
            </a:r>
            <a:r>
              <a:rPr lang="en-US" sz="1800" b="0" i="0" u="none" strike="noStrike" baseline="0" dirty="0">
                <a:solidFill>
                  <a:srgbClr val="FFC000"/>
                </a:solidFill>
                <a:latin typeface="Consolas" panose="020B0609020204030204" pitchFamily="49" charset="0"/>
              </a:rPr>
              <a:t>Approved!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’’);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4489D6"/>
                </a:solidFill>
                <a:latin typeface="Consolas" panose="020B0609020204030204" pitchFamily="49" charset="0"/>
              </a:rPr>
              <a:t>     else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     _</a:t>
            </a:r>
            <a:r>
              <a:rPr lang="en-US" sz="1800" b="0" i="0" u="none" strike="noStrike" baseline="0" dirty="0" err="1">
                <a:solidFill>
                  <a:srgbClr val="FFFFFF"/>
                </a:solidFill>
                <a:latin typeface="Consolas" panose="020B0609020204030204" pitchFamily="49" charset="0"/>
              </a:rPr>
              <a:t>boss.ProcessLoan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(loan)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  }</a:t>
            </a:r>
          </a:p>
          <a:p>
            <a:pPr marL="137160" indent="0">
              <a:buNone/>
            </a:pPr>
            <a:r>
              <a:rPr lang="en-US" sz="1800" b="0" i="0" u="none" strike="noStrike" baseline="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F653E-2F2B-21C0-54FF-65ADC846C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841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308B-A6C0-DF90-EC80-364549A1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fr-FR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S.O.L.I.D </a:t>
            </a:r>
            <a:r>
              <a:rPr lang="fr-FR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Principle</a:t>
            </a:r>
            <a:r>
              <a:rPr lang="fr-FR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 - </a:t>
            </a:r>
            <a:r>
              <a:rPr lang="en-US" sz="1800" b="0" i="0" u="none" strike="noStrike" baseline="0" dirty="0" err="1">
                <a:solidFill>
                  <a:srgbClr val="0E6EC5"/>
                </a:solidFill>
                <a:latin typeface="Trebuchet MS" panose="020B0603020202020204" pitchFamily="34" charset="0"/>
              </a:rPr>
              <a:t>Indice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79496-C6C2-3810-7A30-D51C7A8EA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Cosa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significa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?</a:t>
            </a: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 cinque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principi</a:t>
            </a:r>
            <a:endParaRPr lang="en-US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RP</a:t>
            </a:r>
          </a:p>
          <a:p>
            <a:r>
              <a:rPr lang="en-US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SP</a:t>
            </a:r>
          </a:p>
          <a:p>
            <a:r>
              <a:rPr lang="en-US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D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IP</a:t>
            </a:r>
          </a:p>
          <a:p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Qualche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esempio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404040"/>
                </a:solidFill>
                <a:latin typeface="Trebuchet MS" panose="020B0603020202020204" pitchFamily="34" charset="0"/>
              </a:rPr>
              <a:t>pratico</a:t>
            </a:r>
            <a:endParaRPr lang="en-US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C0E4B-58A8-BBF1-4CBD-5ECDE82BF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545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00C2-0B7F-7B08-5DD8-3DA3EBEC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it-IT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S.O.L.I.D  Cosa significa?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EE29F-E873-89C1-DFBF-D2E6D910A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SOLID indica l’acrostico dei «cinque principi» della programmazione OOP, descritti da Robert C. Martin nei primi anni 2000.</a:t>
            </a:r>
          </a:p>
          <a:p>
            <a:pPr marL="137160" indent="0">
              <a:buNone/>
            </a:pPr>
            <a:endParaRPr lang="en-US" sz="1800" b="0" i="0" u="none" strike="noStrike" baseline="0" dirty="0">
              <a:latin typeface="Trebuchet MS" panose="020B0603020202020204" pitchFamily="34" charset="0"/>
            </a:endParaRPr>
          </a:p>
          <a:p>
            <a:r>
              <a:rPr lang="it-IT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I principi SOLID (SOLID PRINCIPLES) sono intesi come linee guida per lo sviluppo di codice</a:t>
            </a:r>
          </a:p>
          <a:p>
            <a:r>
              <a:rPr lang="it-IT" b="1" dirty="0">
                <a:solidFill>
                  <a:srgbClr val="404040"/>
                </a:solidFill>
                <a:latin typeface="Trebuchet MS" panose="020B0603020202020204" pitchFamily="34" charset="0"/>
              </a:rPr>
              <a:t>Leggibile</a:t>
            </a:r>
          </a:p>
          <a:p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Estendibile</a:t>
            </a:r>
          </a:p>
          <a:p>
            <a:r>
              <a:rPr lang="it-IT" b="1" dirty="0" err="1">
                <a:solidFill>
                  <a:srgbClr val="404040"/>
                </a:solidFill>
                <a:latin typeface="Trebuchet MS" panose="020B0603020202020204" pitchFamily="34" charset="0"/>
              </a:rPr>
              <a:t>Manutenibile</a:t>
            </a:r>
            <a:endParaRPr lang="it-IT" b="1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it-IT" sz="1800" b="1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Predisposto </a:t>
            </a:r>
            <a:r>
              <a:rPr lang="it-IT" b="1" dirty="0">
                <a:solidFill>
                  <a:srgbClr val="404040"/>
                </a:solidFill>
                <a:latin typeface="Trebuchet MS" panose="020B0603020202020204" pitchFamily="34" charset="0"/>
              </a:rPr>
              <a:t>al </a:t>
            </a:r>
            <a:r>
              <a:rPr lang="it-IT" b="1" dirty="0" err="1">
                <a:solidFill>
                  <a:srgbClr val="404040"/>
                </a:solidFill>
                <a:latin typeface="Trebuchet MS" panose="020B0603020202020204" pitchFamily="34" charset="0"/>
              </a:rPr>
              <a:t>refactoring</a:t>
            </a:r>
            <a:endParaRPr lang="it-IT" sz="1800" b="1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it-IT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C8850-3B75-3B0E-9ABB-39F41042D5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0187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DFDE-6FDD-7CD7-A00C-25B2AB40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it-IT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S.O.L.I.D. –I cinque principi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EB245-EA7D-0AC0-6FE9-9A827240F5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29</a:t>
            </a:fld>
            <a:endParaRPr lang="it-I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B3DF2-6F52-F5B5-EF83-9DA91CEE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28406"/>
            <a:ext cx="41148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0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3A8A-5A56-1D8B-AE84-66E838D4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it-IT" sz="1800" b="0" i="0" u="none" strike="noStrike" baseline="0" dirty="0">
                <a:solidFill>
                  <a:srgbClr val="0E6EC5"/>
                </a:solidFill>
                <a:latin typeface="Trebuchet MS" panose="020B0603020202020204" pitchFamily="34" charset="0"/>
              </a:rPr>
              <a:t>S.O.L.I.D. –I cinque principi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E3CBD-E9FD-55FE-E9A4-0A646E38E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30</a:t>
            </a:fld>
            <a:endParaRPr lang="it-IT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8904E8B-7191-BE6B-808C-7AB7D104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933740"/>
              </p:ext>
            </p:extLst>
          </p:nvPr>
        </p:nvGraphicFramePr>
        <p:xfrm>
          <a:off x="677334" y="1270001"/>
          <a:ext cx="8911835" cy="5484876"/>
        </p:xfrm>
        <a:graphic>
          <a:graphicData uri="http://schemas.openxmlformats.org/drawingml/2006/table">
            <a:tbl>
              <a:tblPr firstRow="1" bandRow="1">
                <a:tableStyleId>{F8166D13-282D-42FF-9263-2B64983F8ADD}</a:tableStyleId>
              </a:tblPr>
              <a:tblGrid>
                <a:gridCol w="896985">
                  <a:extLst>
                    <a:ext uri="{9D8B030D-6E8A-4147-A177-3AD203B41FA5}">
                      <a16:colId xmlns:a16="http://schemas.microsoft.com/office/drawing/2014/main" val="3859884110"/>
                    </a:ext>
                  </a:extLst>
                </a:gridCol>
                <a:gridCol w="3558932">
                  <a:extLst>
                    <a:ext uri="{9D8B030D-6E8A-4147-A177-3AD203B41FA5}">
                      <a16:colId xmlns:a16="http://schemas.microsoft.com/office/drawing/2014/main" val="2888449930"/>
                    </a:ext>
                  </a:extLst>
                </a:gridCol>
                <a:gridCol w="2227959">
                  <a:extLst>
                    <a:ext uri="{9D8B030D-6E8A-4147-A177-3AD203B41FA5}">
                      <a16:colId xmlns:a16="http://schemas.microsoft.com/office/drawing/2014/main" val="558655989"/>
                    </a:ext>
                  </a:extLst>
                </a:gridCol>
                <a:gridCol w="2227959">
                  <a:extLst>
                    <a:ext uri="{9D8B030D-6E8A-4147-A177-3AD203B41FA5}">
                      <a16:colId xmlns:a16="http://schemas.microsoft.com/office/drawing/2014/main" val="636450590"/>
                    </a:ext>
                  </a:extLst>
                </a:gridCol>
              </a:tblGrid>
              <a:tr h="314173">
                <a:tc>
                  <a:txBody>
                    <a:bodyPr/>
                    <a:lstStyle/>
                    <a:p>
                      <a:r>
                        <a:rPr lang="it-IT" dirty="0"/>
                        <a:t>Lettera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Acronimo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 pillole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103016"/>
                  </a:ext>
                </a:extLst>
              </a:tr>
              <a:tr h="1142126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/>
                        <a:t>S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Principio di singola responsabilità(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single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responsability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principle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)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SRP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Ogni classe deve avere una e una sola responsabilità, interamente incapsulata al suo interno	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9891"/>
                  </a:ext>
                </a:extLst>
              </a:tr>
              <a:tr h="964463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/>
                        <a:t>O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Principio </a:t>
                      </a:r>
                      <a:r>
                        <a:rPr lang="en-US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aperto</a:t>
                      </a:r>
                      <a:r>
                        <a:rPr lang="en-US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/</a:t>
                      </a:r>
                      <a:r>
                        <a:rPr lang="en-US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chiuso</a:t>
                      </a:r>
                      <a:r>
                        <a:rPr lang="en-US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(</a:t>
                      </a:r>
                      <a:r>
                        <a:rPr lang="en-US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open/closed principle</a:t>
                      </a:r>
                      <a:r>
                        <a:rPr lang="en-US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OCP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Un componente software deve essere aperta alle estensioni ma deve proteggersi da modifiche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82552"/>
                  </a:ext>
                </a:extLst>
              </a:tr>
              <a:tr h="1142126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/>
                        <a:t>L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Principio di sostituzione di </a:t>
                      </a:r>
                      <a:r>
                        <a:rPr lang="it-IT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Liskov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(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Liskov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substitution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principle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LSP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Gli oggetti devono essere interscambiabili con dei sottotipi, senza alterare il comportamento del software.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840591"/>
                  </a:ext>
                </a:extLst>
              </a:tr>
              <a:tr h="786799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/>
                        <a:t>I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Princio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di segregazione delle </a:t>
                      </a:r>
                      <a:r>
                        <a:rPr lang="it-IT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interface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(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Interface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segregation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principle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)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ISP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Sarebbero preferibili interfacce specifiche, che una singola generica.	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523542"/>
                  </a:ext>
                </a:extLst>
              </a:tr>
              <a:tr h="786799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/>
                        <a:t>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Principio di inversione delle </a:t>
                      </a:r>
                      <a:r>
                        <a:rPr lang="it-IT" sz="1600" b="0" i="0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dipendeze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(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Dependency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inversion</a:t>
                      </a:r>
                      <a:r>
                        <a:rPr lang="it-IT" sz="1600" b="0" i="1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 </a:t>
                      </a:r>
                      <a:r>
                        <a:rPr lang="it-IT" sz="1600" b="0" i="1" u="none" strike="noStrike" cap="none" baseline="0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principle</a:t>
                      </a:r>
                      <a:r>
                        <a:rPr lang="it-IT" sz="16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)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DIP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cap="none" baseline="0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Arial"/>
                        </a:rPr>
                        <a:t>Una classe dovrebbe dipendere dalle astrazioni e non da classi concrete.	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56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01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350C-74DA-CD99-D167-5C21EC50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164623"/>
          </a:xfrm>
        </p:spPr>
        <p:txBody>
          <a:bodyPr>
            <a:normAutofit fontScale="90000"/>
          </a:bodyPr>
          <a:lstStyle/>
          <a:p>
            <a:pPr algn="ctr"/>
            <a:r>
              <a:rPr lang="it-IT" sz="11500" dirty="0" err="1"/>
              <a:t>IoC</a:t>
            </a:r>
            <a:br>
              <a:rPr lang="it-IT" sz="11500" dirty="0"/>
            </a:br>
            <a:r>
              <a:rPr lang="it-IT" sz="11500" dirty="0"/>
              <a:t>=</a:t>
            </a:r>
            <a:br>
              <a:rPr lang="it-IT" sz="11500" dirty="0"/>
            </a:br>
            <a:r>
              <a:rPr lang="it-IT" sz="6000" dirty="0" err="1"/>
              <a:t>Inversion</a:t>
            </a:r>
            <a:r>
              <a:rPr lang="it-IT" sz="6000" dirty="0"/>
              <a:t> Of Control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9FB3-58A1-23FF-5728-F857A330C5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376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D482-4303-A9B4-3FEE-B262757C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r>
              <a:rPr lang="it-IT" dirty="0"/>
              <a:t>– </a:t>
            </a:r>
            <a:r>
              <a:rPr lang="it-IT" sz="3600" dirty="0"/>
              <a:t>Definizione formale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B8334-26BC-5D9A-1AD8-A10DE2A32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it-IT" sz="2400" i="1" dirty="0"/>
              <a:t>«</a:t>
            </a:r>
            <a:r>
              <a:rPr lang="it-IT" sz="2400" b="1" i="1" dirty="0" err="1"/>
              <a:t>IoC</a:t>
            </a:r>
            <a:r>
              <a:rPr lang="it-IT" sz="2400" i="1" dirty="0"/>
              <a:t> </a:t>
            </a:r>
            <a:r>
              <a:rPr lang="it-IT" sz="2400" b="1" i="1" dirty="0"/>
              <a:t>(</a:t>
            </a:r>
            <a:r>
              <a:rPr lang="it-IT" sz="2400" b="1" i="1" dirty="0" err="1"/>
              <a:t>Inversion</a:t>
            </a:r>
            <a:r>
              <a:rPr lang="it-IT" sz="2400" b="1" i="1" dirty="0"/>
              <a:t> of Control)</a:t>
            </a:r>
            <a:r>
              <a:rPr lang="it-IT" sz="2400" i="1" dirty="0"/>
              <a:t> si intende un design pattern, secondo il quale si tende a tener </a:t>
            </a:r>
            <a:r>
              <a:rPr lang="it-IT" sz="2400" b="1" i="1" dirty="0"/>
              <a:t>disaccoppiati</a:t>
            </a:r>
            <a:r>
              <a:rPr lang="it-IT" sz="2400" i="1" dirty="0"/>
              <a:t> i singoli componenti di un sistema, in cui le eventuali </a:t>
            </a:r>
            <a:r>
              <a:rPr lang="it-IT" sz="2400" b="1" i="1" dirty="0"/>
              <a:t>dipendenze</a:t>
            </a:r>
            <a:r>
              <a:rPr lang="it-IT" sz="2400" i="1" dirty="0"/>
              <a:t> non vengono scritte all'interno del componente stesso, ma gli vengono iniettate dall'esterno ... gli oggetti quindi non istanziano e richiamano gli oggetti dal quale il loro lavoro dipende, ma queste funzionalità vengono fornite da un ambiente esterno tramite dei contratti definiti da entrambe le entità.»</a:t>
            </a:r>
            <a:endParaRPr lang="it-IT" sz="3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8E633-70C2-2D78-6C3C-AE09DEEDBB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5107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36064-6BEF-0A8C-7A1C-CF02A2C2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r>
              <a:rPr lang="it-IT" dirty="0"/>
              <a:t>– </a:t>
            </a:r>
            <a:r>
              <a:rPr lang="it-IT" sz="3600" dirty="0"/>
              <a:t>Descrizione informale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B9815-E54B-0288-F400-58737EE5D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it-IT" sz="1800" dirty="0"/>
              <a:t>Il pattern </a:t>
            </a:r>
            <a:r>
              <a:rPr lang="it-IT" sz="1800" dirty="0" err="1"/>
              <a:t>IoC</a:t>
            </a:r>
            <a:r>
              <a:rPr lang="it-IT" sz="1800" dirty="0"/>
              <a:t> segue il cosiddetto principio di Hollywood:</a:t>
            </a:r>
            <a:endParaRPr lang="it-IT" dirty="0"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dirty="0"/>
              <a:t>“</a:t>
            </a:r>
            <a:r>
              <a:rPr lang="it-IT" dirty="0" err="1"/>
              <a:t>don’t</a:t>
            </a:r>
            <a:r>
              <a:rPr lang="it-IT" dirty="0"/>
              <a:t> call </a:t>
            </a:r>
            <a:r>
              <a:rPr lang="it-IT" dirty="0" err="1"/>
              <a:t>us</a:t>
            </a:r>
            <a:r>
              <a:rPr lang="it-IT" dirty="0"/>
              <a:t>, </a:t>
            </a:r>
            <a:r>
              <a:rPr lang="it-IT" dirty="0" err="1"/>
              <a:t>we’ll</a:t>
            </a:r>
            <a:r>
              <a:rPr lang="it-IT" dirty="0"/>
              <a:t> call </a:t>
            </a:r>
            <a:r>
              <a:rPr lang="it-IT" dirty="0" err="1"/>
              <a:t>you</a:t>
            </a:r>
            <a:r>
              <a:rPr lang="it-IT" dirty="0"/>
              <a:t>”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it-IT" sz="1800" dirty="0"/>
              <a:t>L’idea principale è quella di far sì che un unico punto centrale del software si faccia carico di gestire la relazione tra i componenti e le loro dipendenze e che si occupi di iniettarle e «richiamarle» solo quando necessario.</a:t>
            </a:r>
            <a:endParaRPr lang="it-IT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0C019-A668-90EB-0A0D-9205A45ED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4621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7058-4661-E8CD-4E20-CB1EDD30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91F60-714A-5619-B80C-DE61ED39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it-IT" sz="1800" dirty="0"/>
              <a:t>Una classe può creare un'istanza </a:t>
            </a:r>
            <a:r>
              <a:rPr lang="it-IT" sz="1800" b="1" dirty="0" err="1"/>
              <a:t>MyDependency</a:t>
            </a:r>
            <a:r>
              <a:rPr lang="it-IT" sz="1800" dirty="0"/>
              <a:t> della classe per utilizzare il relativo metodo </a:t>
            </a:r>
            <a:r>
              <a:rPr lang="it-IT" sz="1800" b="1" dirty="0" err="1"/>
              <a:t>WriteMessage</a:t>
            </a:r>
            <a:r>
              <a:rPr lang="it-IT" sz="1800" dirty="0"/>
              <a:t> . Nell'esempio seguente la </a:t>
            </a:r>
            <a:r>
              <a:rPr lang="it-IT" sz="1800" b="1" dirty="0" err="1"/>
              <a:t>MyDependency</a:t>
            </a:r>
            <a:r>
              <a:rPr lang="it-IT" sz="1800" dirty="0"/>
              <a:t> classe è una dipendenza della classe </a:t>
            </a:r>
            <a:r>
              <a:rPr lang="it-IT" sz="1800" b="1" dirty="0" err="1"/>
              <a:t>IndexModel</a:t>
            </a:r>
            <a:r>
              <a:rPr lang="it-IT" sz="1800" dirty="0"/>
              <a:t> :</a:t>
            </a:r>
          </a:p>
          <a:p>
            <a:pPr marL="137160" indent="0">
              <a:buNone/>
            </a:pPr>
            <a:endParaRPr lang="it-IT" dirty="0"/>
          </a:p>
          <a:p>
            <a:pPr marL="137160" indent="0">
              <a:buNone/>
            </a:pPr>
            <a:endParaRPr lang="it-IT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C783E-ED5C-A541-CF6A-C0DCBA165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34</a:t>
            </a:fld>
            <a:endParaRPr lang="it-IT"/>
          </a:p>
        </p:txBody>
      </p:sp>
      <p:pic>
        <p:nvPicPr>
          <p:cNvPr id="5" name="Immagine 3">
            <a:extLst>
              <a:ext uri="{FF2B5EF4-FFF2-40B4-BE49-F238E27FC236}">
                <a16:creationId xmlns:a16="http://schemas.microsoft.com/office/drawing/2014/main" id="{7CF3F188-C616-27E8-FD1A-9169CCB6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63" y="3429000"/>
            <a:ext cx="57816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4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9515-3A6F-3D4C-18AA-289C266E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7F560-CC18-F3C2-3AA8-85F95257D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it-IT" sz="1800" dirty="0"/>
              <a:t>La classe crea e dipende direttamente dalla </a:t>
            </a:r>
            <a:r>
              <a:rPr lang="it-IT" sz="1800" b="1" dirty="0" err="1"/>
              <a:t>MyDependency</a:t>
            </a:r>
            <a:r>
              <a:rPr lang="it-IT" sz="1800" dirty="0"/>
              <a:t> classe . Le dipendenze del codice, come nell'esempio precedente, sono problematiche e devono essere evitate per i motivi seguenti: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Per sostituire </a:t>
            </a:r>
            <a:r>
              <a:rPr lang="it-IT" sz="1800" dirty="0" err="1"/>
              <a:t>MyDependency</a:t>
            </a:r>
            <a:r>
              <a:rPr lang="it-IT" sz="1800" dirty="0"/>
              <a:t> con un'implementazione diversa, </a:t>
            </a:r>
            <a:r>
              <a:rPr lang="it-IT" sz="1800" dirty="0" err="1"/>
              <a:t>IndexModel</a:t>
            </a:r>
            <a:r>
              <a:rPr lang="it-IT" sz="1800" dirty="0"/>
              <a:t> è necessario modificare la classe 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Se </a:t>
            </a:r>
            <a:r>
              <a:rPr lang="it-IT" sz="1800" dirty="0" err="1"/>
              <a:t>MyDependency</a:t>
            </a:r>
            <a:r>
              <a:rPr lang="it-IT" sz="1800" dirty="0"/>
              <a:t> sono disponibili dipendenze, devono essere configurate anche dalla </a:t>
            </a:r>
            <a:r>
              <a:rPr lang="it-IT" sz="1800" dirty="0" err="1"/>
              <a:t>IndexModel</a:t>
            </a:r>
            <a:r>
              <a:rPr lang="it-IT" sz="1800" dirty="0"/>
              <a:t> classe . In un progetto di grandi dimensioni con più classi che dipendono da </a:t>
            </a:r>
            <a:r>
              <a:rPr lang="it-IT" sz="1800" dirty="0" err="1"/>
              <a:t>MyDependency</a:t>
            </a:r>
            <a:r>
              <a:rPr lang="it-IT" sz="1800" dirty="0"/>
              <a:t>, il codice di configurazione diventa sparso in tutta l'app.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i="1" dirty="0"/>
              <a:t>È difficile eseguire </a:t>
            </a:r>
            <a:r>
              <a:rPr lang="it-IT" sz="1800" i="1" dirty="0" err="1"/>
              <a:t>unit</a:t>
            </a:r>
            <a:r>
              <a:rPr lang="it-IT" sz="1800" i="1" dirty="0"/>
              <a:t> test di questa implementazione. L'app dovrebbe usare una classe </a:t>
            </a:r>
            <a:r>
              <a:rPr lang="it-IT" sz="1800" i="1" dirty="0" err="1"/>
              <a:t>MyDependency</a:t>
            </a:r>
            <a:r>
              <a:rPr lang="it-IT" sz="1800" i="1" dirty="0"/>
              <a:t> fittizia o </a:t>
            </a:r>
            <a:r>
              <a:rPr lang="it-IT" sz="1800" i="1" dirty="0" err="1"/>
              <a:t>stub</a:t>
            </a:r>
            <a:r>
              <a:rPr lang="it-IT" sz="1800" i="1" dirty="0"/>
              <a:t>, ma ciò non è possibile con questo approccio.</a:t>
            </a:r>
            <a:endParaRPr lang="it-IT" sz="1800" b="1" i="1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1800" dirty="0"/>
          </a:p>
          <a:p>
            <a:pPr marL="137160" indent="0">
              <a:buNone/>
            </a:pPr>
            <a:endParaRPr lang="it-IT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19D6D-CBAF-FF64-B459-4A78374BA0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720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7870-519D-74D9-4232-51C01852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5C3C8-71D6-9082-B529-4497E138A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it-IT" sz="1800" dirty="0"/>
              <a:t>L'inserimento delle dipendenze consente di risolvere questi problemi tramite: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lang="it-IT" sz="18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L'uso di un'interfaccia o di una classe di base per astrarre l'implementazione delle dipendenze.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18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b="1" dirty="0"/>
              <a:t>La registrazione della dipendenza in un contenitore di servizi (</a:t>
            </a:r>
            <a:r>
              <a:rPr lang="it-IT" sz="1800" b="1" dirty="0" err="1"/>
              <a:t>IServiceCollection</a:t>
            </a:r>
            <a:r>
              <a:rPr lang="it-IT" sz="1800" b="1" dirty="0"/>
              <a:t>).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920"/>
              <a:buNone/>
            </a:pPr>
            <a:endParaRPr lang="it-IT" sz="18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u="sng" dirty="0"/>
              <a:t>L'inserimento del servizio nel costruttore della classe in cui viene usato. Il framework si assume la responsabilità della creazione di un'istanza della dipendenza e della sua eliminazione quando non è più necessaria.</a:t>
            </a:r>
            <a:endParaRPr lang="it-IT" sz="1800" b="1" u="sng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FB6C9-1502-7A37-CDAF-939EEFF061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383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A398-BDCC-695E-C05B-9F45A0FC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CED9-1A95-DF49-26DA-B11A26FA8C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37</a:t>
            </a:fld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61E2586-17E8-DDAE-2F9F-78D9D2A7C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64412"/>
            <a:ext cx="4933950" cy="1314450"/>
          </a:xfrm>
          <a:prstGeom prst="rect">
            <a:avLst/>
          </a:prstGeom>
        </p:spPr>
      </p:pic>
      <p:pic>
        <p:nvPicPr>
          <p:cNvPr id="6" name="Immagine 6">
            <a:extLst>
              <a:ext uri="{FF2B5EF4-FFF2-40B4-BE49-F238E27FC236}">
                <a16:creationId xmlns:a16="http://schemas.microsoft.com/office/drawing/2014/main" id="{9093CFD4-92EA-8BF8-1728-25F73450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016929"/>
            <a:ext cx="5743575" cy="1857375"/>
          </a:xfrm>
          <a:prstGeom prst="rect">
            <a:avLst/>
          </a:prstGeom>
        </p:spPr>
      </p:pic>
      <p:pic>
        <p:nvPicPr>
          <p:cNvPr id="7" name="Immagine 8">
            <a:extLst>
              <a:ext uri="{FF2B5EF4-FFF2-40B4-BE49-F238E27FC236}">
                <a16:creationId xmlns:a16="http://schemas.microsoft.com/office/drawing/2014/main" id="{AD11C327-6905-DEC9-4531-E2EE36FDC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13" y="1564412"/>
            <a:ext cx="4991100" cy="733425"/>
          </a:xfrm>
          <a:prstGeom prst="rect">
            <a:avLst/>
          </a:prstGeom>
        </p:spPr>
      </p:pic>
      <p:pic>
        <p:nvPicPr>
          <p:cNvPr id="8" name="Immagine 10">
            <a:extLst>
              <a:ext uri="{FF2B5EF4-FFF2-40B4-BE49-F238E27FC236}">
                <a16:creationId xmlns:a16="http://schemas.microsoft.com/office/drawing/2014/main" id="{6E9CE2E1-3B19-1E97-B94C-C6BBC1AEF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514" y="2640837"/>
            <a:ext cx="55149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2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2861-37B2-1F6A-797B-F4B6B13C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Self-Hosting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88606-35E9-0D10-53CE-9A17CA9DF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 dirty="0"/>
              <a:t>Con </a:t>
            </a:r>
            <a:r>
              <a:rPr lang="en-US" sz="2400" dirty="0" err="1"/>
              <a:t>l’avvento</a:t>
            </a:r>
            <a:r>
              <a:rPr lang="en-US" sz="2400" dirty="0"/>
              <a:t> di .NET Core non </a:t>
            </a:r>
            <a:r>
              <a:rPr lang="en-US" sz="2400" dirty="0" err="1"/>
              <a:t>esistono</a:t>
            </a:r>
            <a:r>
              <a:rPr lang="en-US" sz="2400" dirty="0"/>
              <a:t> </a:t>
            </a:r>
            <a:r>
              <a:rPr lang="en-US" sz="2400" dirty="0" err="1"/>
              <a:t>più</a:t>
            </a:r>
            <a:r>
              <a:rPr lang="en-US" sz="2400" dirty="0"/>
              <a:t> “</a:t>
            </a:r>
            <a:r>
              <a:rPr lang="en-US" sz="2400" dirty="0" err="1"/>
              <a:t>tipologie</a:t>
            </a:r>
            <a:r>
              <a:rPr lang="en-US" sz="2400" dirty="0"/>
              <a:t>” di </a:t>
            </a:r>
            <a:r>
              <a:rPr lang="en-US" sz="2400" dirty="0" err="1"/>
              <a:t>progetti</a:t>
            </a:r>
            <a:r>
              <a:rPr lang="en-US" sz="2400" dirty="0"/>
              <a:t> </a:t>
            </a:r>
            <a:r>
              <a:rPr lang="en-US" sz="2400" dirty="0" err="1"/>
              <a:t>nativi</a:t>
            </a:r>
            <a:r>
              <a:rPr lang="en-US" sz="2400" dirty="0"/>
              <a:t> come in </a:t>
            </a:r>
            <a:r>
              <a:rPr lang="en-US" sz="2400" dirty="0" err="1"/>
              <a:t>.Net</a:t>
            </a:r>
            <a:r>
              <a:rPr lang="en-US" sz="2400" dirty="0"/>
              <a:t> Framework: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dirty="0"/>
              <a:t>WCF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dirty="0"/>
              <a:t>ASP .NET Web Forms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dirty="0"/>
              <a:t>ASP .NET MVC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dirty="0"/>
              <a:t>Service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en-US" dirty="0"/>
              <a:t>….</a:t>
            </a:r>
          </a:p>
          <a:p>
            <a:r>
              <a:rPr lang="it-IT" sz="1800" dirty="0"/>
              <a:t>Ogni tipologia di applicativo è </a:t>
            </a:r>
            <a:r>
              <a:rPr lang="it-IT" sz="1800" i="1" dirty="0"/>
              <a:t>Console App </a:t>
            </a:r>
            <a:r>
              <a:rPr lang="it-IT" sz="1800" dirty="0"/>
              <a:t>che si occupa di </a:t>
            </a:r>
            <a:r>
              <a:rPr lang="it-IT" sz="1800" i="1" dirty="0" err="1"/>
              <a:t>hostare</a:t>
            </a:r>
            <a:r>
              <a:rPr lang="it-IT" sz="1800" dirty="0"/>
              <a:t> un applicativo Web o Generico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3C964-3679-68C5-2668-4E5883C9BB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3768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8916-B632-A196-82AA-90BC487B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Self-Hosting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28ED5-B897-51D2-4A3E-D620426E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400" dirty="0"/>
              <a:t>Un </a:t>
            </a:r>
            <a:r>
              <a:rPr lang="it-IT" sz="2400" dirty="0" err="1"/>
              <a:t>host</a:t>
            </a:r>
            <a:r>
              <a:rPr lang="it-IT" sz="2400" dirty="0"/>
              <a:t> è un oggetto che incapsula le risorse di </a:t>
            </a:r>
            <a:r>
              <a:rPr lang="it-IT" sz="2400" dirty="0" err="1"/>
              <a:t>un'app</a:t>
            </a:r>
            <a:r>
              <a:rPr lang="it-IT" sz="2400" dirty="0"/>
              <a:t>, ad esempio: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200" dirty="0"/>
              <a:t>Inserimento di dipendenze (DI)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200" dirty="0"/>
              <a:t>Registrazione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200" dirty="0"/>
              <a:t>Configurazione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200" dirty="0" err="1"/>
              <a:t>IHostedService</a:t>
            </a:r>
            <a:r>
              <a:rPr lang="it-IT" sz="2200" dirty="0"/>
              <a:t> Implementazioni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endParaRPr lang="it-IT" sz="2200" dirty="0"/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400" dirty="0"/>
              <a:t>All'avvio, un </a:t>
            </a:r>
            <a:r>
              <a:rPr lang="it-IT" sz="2400" dirty="0" err="1"/>
              <a:t>host</a:t>
            </a:r>
            <a:r>
              <a:rPr lang="it-IT" sz="2400" dirty="0"/>
              <a:t> chiama su ogni implementazione di registrata nella raccolta di servizi ospitati del </a:t>
            </a:r>
            <a:r>
              <a:rPr lang="it-IT" sz="2400" dirty="0" err="1"/>
              <a:t>IHostedService.StartAsync</a:t>
            </a:r>
            <a:r>
              <a:rPr lang="it-IT" sz="2400" dirty="0"/>
              <a:t> </a:t>
            </a:r>
            <a:r>
              <a:rPr lang="it-IT" sz="2400" dirty="0" err="1"/>
              <a:t>IHostedService</a:t>
            </a:r>
            <a:r>
              <a:rPr lang="it-IT" sz="2400" dirty="0"/>
              <a:t> contenitore del servizio. In </a:t>
            </a:r>
            <a:r>
              <a:rPr lang="it-IT" sz="2400" dirty="0" err="1"/>
              <a:t>un'app</a:t>
            </a:r>
            <a:r>
              <a:rPr lang="it-IT" sz="2400" dirty="0"/>
              <a:t> Web, una delle implementazioni di </a:t>
            </a:r>
            <a:r>
              <a:rPr lang="it-IT" sz="2400" dirty="0" err="1"/>
              <a:t>IHostedService</a:t>
            </a:r>
            <a:r>
              <a:rPr lang="it-IT" sz="2400" dirty="0"/>
              <a:t> è un servizio web che avvia un'implementazione del server HTTP.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920"/>
            </a:pPr>
            <a:endParaRPr lang="it-IT" sz="2400" dirty="0"/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2400" dirty="0"/>
              <a:t>Il motivo principale per cui tutte le risorse interdipendenti dell'app sono incluse in un unico oggetto è la gestione del ciclo di vita, vale a dire il controllo sull'avvio dell'app e sull'arresto normale.</a:t>
            </a:r>
            <a:endParaRPr lang="it-IT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8BF8D-7987-3B37-9BC4-5AC2E51F9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9691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F1B1-3C37-4EFD-5BD0-02AEA28C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Self-Hosting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9657D-001E-F63D-ADB1-9B52BE37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5494866" cy="3880773"/>
          </a:xfrm>
        </p:spPr>
        <p:txBody>
          <a:bodyPr>
            <a:normAutofit fontScale="925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it-IT" dirty="0"/>
              <a:t>Cosa differenzia i vari progetti?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Il self-hosting!</a:t>
            </a:r>
            <a:br>
              <a:rPr lang="it-IT" sz="1800" dirty="0"/>
            </a:br>
            <a:r>
              <a:rPr lang="it-IT" sz="1800" dirty="0"/>
              <a:t>	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dirty="0" err="1"/>
              <a:t>L'host</a:t>
            </a:r>
            <a:r>
              <a:rPr lang="it-IT" dirty="0"/>
              <a:t> è in genere configurato, compilato ed eseguito da codice nella classe Program. </a:t>
            </a:r>
            <a:br>
              <a:rPr lang="it-IT" dirty="0"/>
            </a:br>
            <a:r>
              <a:rPr lang="it-IT" dirty="0"/>
              <a:t>Il metodo </a:t>
            </a:r>
            <a:r>
              <a:rPr lang="it-IT" dirty="0" err="1"/>
              <a:t>Main</a:t>
            </a:r>
            <a:r>
              <a:rPr lang="it-IT" dirty="0"/>
              <a:t>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Chiama un metodo </a:t>
            </a:r>
            <a:r>
              <a:rPr lang="it-IT" sz="1800" dirty="0" err="1"/>
              <a:t>CreateHostBuilder</a:t>
            </a:r>
            <a:r>
              <a:rPr lang="it-IT" sz="1800" dirty="0"/>
              <a:t> per creare e configurare un oggetto generatore.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920"/>
            </a:pPr>
            <a:r>
              <a:rPr lang="it-IT" sz="1800" dirty="0"/>
              <a:t>Chiamate </a:t>
            </a:r>
            <a:r>
              <a:rPr lang="it-IT" sz="1800" b="1" dirty="0"/>
              <a:t>Build</a:t>
            </a:r>
            <a:r>
              <a:rPr lang="it-IT" sz="1800" dirty="0"/>
              <a:t> e metodi </a:t>
            </a:r>
            <a:r>
              <a:rPr lang="it-IT" sz="1800" b="1" dirty="0" err="1"/>
              <a:t>Run</a:t>
            </a:r>
            <a:endParaRPr lang="it-IT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6005-BCAE-24C3-F596-20CC2281D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40</a:t>
            </a:fld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D9ABE81-83C7-3564-8A68-AE9076F34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897" y="451513"/>
            <a:ext cx="4925621" cy="2864857"/>
          </a:xfrm>
          <a:prstGeom prst="rect">
            <a:avLst/>
          </a:prstGeom>
        </p:spPr>
      </p:pic>
      <p:pic>
        <p:nvPicPr>
          <p:cNvPr id="6" name="Immagine 6">
            <a:extLst>
              <a:ext uri="{FF2B5EF4-FFF2-40B4-BE49-F238E27FC236}">
                <a16:creationId xmlns:a16="http://schemas.microsoft.com/office/drawing/2014/main" id="{BA342B04-4D6D-C7D4-3F74-018F44B46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24" y="3761625"/>
            <a:ext cx="4910894" cy="207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46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C170-4C50-F7AC-E78A-723FA4B6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C0563-6E35-F114-7004-EFB2DC6CA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37160" indent="0">
              <a:lnSpc>
                <a:spcPct val="150000"/>
              </a:lnSpc>
              <a:buNone/>
            </a:pPr>
            <a:r>
              <a:rPr lang="it-IT" dirty="0"/>
              <a:t>La configurazione in ASP.NET Core viene eseguita usando uno o più provider </a:t>
            </a:r>
            <a:r>
              <a:rPr lang="it-IT" dirty="0">
                <a:hlinkClick r:id="rId2"/>
              </a:rPr>
              <a:t>di configurazione</a:t>
            </a:r>
            <a:r>
              <a:rPr lang="it-IT" dirty="0"/>
              <a:t>. </a:t>
            </a:r>
            <a:br>
              <a:rPr lang="it-IT" dirty="0"/>
            </a:br>
            <a:r>
              <a:rPr lang="it-IT" dirty="0"/>
              <a:t>I provider di configurazione leggono i dati di configurazione da coppie chiave-valore usando un'ampia gamma di origini di configurazione:</a:t>
            </a:r>
          </a:p>
          <a:p>
            <a:pPr>
              <a:lnSpc>
                <a:spcPct val="150000"/>
              </a:lnSpc>
            </a:pPr>
            <a:r>
              <a:rPr lang="it-IT" dirty="0"/>
              <a:t>Impostazioni file, ad esempio </a:t>
            </a:r>
            <a:r>
              <a:rPr lang="it-IT" i="1" dirty="0" err="1"/>
              <a:t>appsettings.json</a:t>
            </a:r>
            <a:endParaRPr lang="it-IT" dirty="0"/>
          </a:p>
          <a:p>
            <a:pPr>
              <a:lnSpc>
                <a:spcPct val="150000"/>
              </a:lnSpc>
            </a:pPr>
            <a:r>
              <a:rPr lang="it-IT" dirty="0"/>
              <a:t>Variabili di ambiente</a:t>
            </a:r>
          </a:p>
          <a:p>
            <a:pPr>
              <a:lnSpc>
                <a:spcPct val="150000"/>
              </a:lnSpc>
            </a:pPr>
            <a:r>
              <a:rPr lang="it-IT" dirty="0"/>
              <a:t>File della directory</a:t>
            </a:r>
          </a:p>
          <a:p>
            <a:pPr>
              <a:lnSpc>
                <a:spcPct val="150000"/>
              </a:lnSpc>
            </a:pPr>
            <a:r>
              <a:rPr lang="it-IT" dirty="0"/>
              <a:t>…</a:t>
            </a:r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1B834-E89C-79A9-5137-23F03CADB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01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5AE6-0A1A-71F1-B070-F3530937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D7342-107D-7D72-372A-B0CC29357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42</a:t>
            </a:fld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CDFBA-E730-4D54-71B4-7C385CDDAD85}"/>
              </a:ext>
            </a:extLst>
          </p:cNvPr>
          <p:cNvSpPr txBox="1"/>
          <p:nvPr/>
        </p:nvSpPr>
        <p:spPr>
          <a:xfrm>
            <a:off x="817685" y="1930400"/>
            <a:ext cx="610186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0">
              <a:lnSpc>
                <a:spcPct val="150000"/>
              </a:lnSpc>
              <a:buNone/>
            </a:pPr>
            <a:r>
              <a:rPr lang="it-IT" dirty="0"/>
              <a:t>È possibile utilizzarlo:</a:t>
            </a:r>
          </a:p>
          <a:p>
            <a:pPr>
              <a:lnSpc>
                <a:spcPct val="150000"/>
              </a:lnSpc>
            </a:pPr>
            <a:r>
              <a:rPr lang="it-IT" dirty="0"/>
              <a:t>In fase di build </a:t>
            </a:r>
            <a:r>
              <a:rPr lang="it-IT" dirty="0" err="1"/>
              <a:t>dell’host</a:t>
            </a:r>
            <a:r>
              <a:rPr lang="it-IT" dirty="0"/>
              <a:t>:</a:t>
            </a:r>
          </a:p>
        </p:txBody>
      </p:sp>
      <p:pic>
        <p:nvPicPr>
          <p:cNvPr id="7" name="Immagine 2">
            <a:extLst>
              <a:ext uri="{FF2B5EF4-FFF2-40B4-BE49-F238E27FC236}">
                <a16:creationId xmlns:a16="http://schemas.microsoft.com/office/drawing/2014/main" id="{856D3C27-26C4-2C31-9228-D6E845A70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00" y="967511"/>
            <a:ext cx="4393290" cy="24614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17C9B0-41CA-C246-7CD5-2058DBD88843}"/>
              </a:ext>
            </a:extLst>
          </p:cNvPr>
          <p:cNvSpPr txBox="1"/>
          <p:nvPr/>
        </p:nvSpPr>
        <p:spPr>
          <a:xfrm>
            <a:off x="747346" y="4649068"/>
            <a:ext cx="610186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dirty="0"/>
              <a:t>Tramite l’uso dell’interfaccia </a:t>
            </a:r>
            <a:br>
              <a:rPr lang="it-IT" dirty="0"/>
            </a:br>
            <a:r>
              <a:rPr lang="it-IT" dirty="0" err="1"/>
              <a:t>IConfiguration</a:t>
            </a:r>
            <a:r>
              <a:rPr lang="it-IT" dirty="0"/>
              <a:t>:</a:t>
            </a:r>
          </a:p>
        </p:txBody>
      </p:sp>
      <p:pic>
        <p:nvPicPr>
          <p:cNvPr id="10" name="Immagine 7">
            <a:extLst>
              <a:ext uri="{FF2B5EF4-FFF2-40B4-BE49-F238E27FC236}">
                <a16:creationId xmlns:a16="http://schemas.microsoft.com/office/drawing/2014/main" id="{2CD8B721-44CF-BACA-E912-FD7127687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996" y="3468341"/>
            <a:ext cx="3962667" cy="332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88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C5E9-6E94-7C8A-94B9-06870964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 - </a:t>
            </a:r>
            <a:r>
              <a:rPr lang="it-IT" dirty="0" err="1"/>
              <a:t>Bind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F89EC-8A40-8446-AFEC-5A3EC1C9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353" y="4259385"/>
            <a:ext cx="5200361" cy="18478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it-IT" dirty="0">
                <a:latin typeface="Trabuchete MS"/>
              </a:rPr>
              <a:t>Tutte le proprietà devono essere pubbliche e in lettura e scrittura.</a:t>
            </a:r>
          </a:p>
          <a:p>
            <a:pPr>
              <a:lnSpc>
                <a:spcPct val="150000"/>
              </a:lnSpc>
            </a:pPr>
            <a:r>
              <a:rPr lang="it-IT" dirty="0">
                <a:latin typeface="Trabuchete MS"/>
              </a:rPr>
              <a:t>La classe deve essere non astratta e con un costruttore pubblico senza parametri.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E78A7-E20A-BE70-B1DB-83DC05A3D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43</a:t>
            </a:fld>
            <a:endParaRPr lang="it-IT"/>
          </a:p>
        </p:txBody>
      </p:sp>
      <p:pic>
        <p:nvPicPr>
          <p:cNvPr id="10" name="Immagine 4">
            <a:extLst>
              <a:ext uri="{FF2B5EF4-FFF2-40B4-BE49-F238E27FC236}">
                <a16:creationId xmlns:a16="http://schemas.microsoft.com/office/drawing/2014/main" id="{1E6058D4-26F7-E5CC-9519-A3D7346C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84513"/>
            <a:ext cx="2486025" cy="1314450"/>
          </a:xfrm>
          <a:prstGeom prst="rect">
            <a:avLst/>
          </a:prstGeom>
        </p:spPr>
      </p:pic>
      <p:pic>
        <p:nvPicPr>
          <p:cNvPr id="11" name="Immagine 6">
            <a:extLst>
              <a:ext uri="{FF2B5EF4-FFF2-40B4-BE49-F238E27FC236}">
                <a16:creationId xmlns:a16="http://schemas.microsoft.com/office/drawing/2014/main" id="{E8A521F9-88AB-DB4B-20E0-0684E212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061116"/>
            <a:ext cx="3714750" cy="1847850"/>
          </a:xfrm>
          <a:prstGeom prst="rect">
            <a:avLst/>
          </a:prstGeom>
        </p:spPr>
      </p:pic>
      <p:pic>
        <p:nvPicPr>
          <p:cNvPr id="12" name="Immagine 8">
            <a:extLst>
              <a:ext uri="{FF2B5EF4-FFF2-40B4-BE49-F238E27FC236}">
                <a16:creationId xmlns:a16="http://schemas.microsoft.com/office/drawing/2014/main" id="{5ED62744-42FC-6546-3790-992329B32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215" y="1356981"/>
            <a:ext cx="58959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453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>
            <a:spLocks noGrp="1"/>
          </p:cNvSpPr>
          <p:nvPr>
            <p:ph type="title"/>
          </p:nvPr>
        </p:nvSpPr>
        <p:spPr>
          <a:xfrm>
            <a:off x="3101777" y="2906904"/>
            <a:ext cx="5988445" cy="104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it-IT" sz="5400" dirty="0"/>
              <a:t>Thank </a:t>
            </a:r>
            <a:r>
              <a:rPr lang="it-IT" sz="5400" dirty="0" err="1"/>
              <a:t>you</a:t>
            </a:r>
            <a:r>
              <a:rPr lang="it-IT" sz="5400" dirty="0"/>
              <a:t>!</a:t>
            </a:r>
            <a:endParaRPr dirty="0"/>
          </a:p>
        </p:txBody>
      </p:sp>
      <p:pic>
        <p:nvPicPr>
          <p:cNvPr id="422" name="Google Shape;42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1958" y="6224631"/>
            <a:ext cx="1448104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>
                <a:solidFill>
                  <a:srgbClr val="0F6FC6"/>
                </a:solidFill>
              </a:rPr>
              <a:t>44</a:t>
            </a:fld>
            <a:endParaRPr>
              <a:solidFill>
                <a:srgbClr val="0F6FC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2467</Words>
  <Application>Microsoft Office PowerPoint</Application>
  <PresentationFormat>Widescreen</PresentationFormat>
  <Paragraphs>367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Consolas</vt:lpstr>
      <vt:lpstr>Wingdings</vt:lpstr>
      <vt:lpstr>Noto Sans Symbols</vt:lpstr>
      <vt:lpstr>Calibri</vt:lpstr>
      <vt:lpstr>Trebuchet MS</vt:lpstr>
      <vt:lpstr>Trabuchete MS</vt:lpstr>
      <vt:lpstr>Facet</vt:lpstr>
      <vt:lpstr> .NET Advanced concepts IoC + Hosting</vt:lpstr>
      <vt:lpstr>Gino David Leonardi</vt:lpstr>
      <vt:lpstr>Best Practice</vt:lpstr>
      <vt:lpstr>  Design Pattern -Indice</vt:lpstr>
      <vt:lpstr> Design Pattern –Cos’è un Pattern</vt:lpstr>
      <vt:lpstr> Design Pattern –Definizione</vt:lpstr>
      <vt:lpstr> Design Pattern –Tipologia di Design Patterns</vt:lpstr>
      <vt:lpstr> Design Pattern –Creazionali</vt:lpstr>
      <vt:lpstr> Design Pattern –Creazionali</vt:lpstr>
      <vt:lpstr> Design Pattern –Factory Method</vt:lpstr>
      <vt:lpstr> Design Pattern –Factory Method</vt:lpstr>
      <vt:lpstr>Design Pattern –Factory Method</vt:lpstr>
      <vt:lpstr> Design Pattern –Factory Method</vt:lpstr>
      <vt:lpstr> Design Pattern –Strutturali</vt:lpstr>
      <vt:lpstr> Design Pattern –Strutturali </vt:lpstr>
      <vt:lpstr>Design Pattern –Decorator</vt:lpstr>
      <vt:lpstr> Design Pattern –Decorator</vt:lpstr>
      <vt:lpstr>Design Pattern –Decorator</vt:lpstr>
      <vt:lpstr>Design Pattern –Decorator</vt:lpstr>
      <vt:lpstr>Design Pattern –Decorator</vt:lpstr>
      <vt:lpstr> Design Pattern –Comportamentali</vt:lpstr>
      <vt:lpstr> Design Pattern –Comportamentali</vt:lpstr>
      <vt:lpstr> Design Pattern –Chain of Responsability</vt:lpstr>
      <vt:lpstr> Design Pattern –Chain of Responsability</vt:lpstr>
      <vt:lpstr> Design Pattern –Chain of Responsability</vt:lpstr>
      <vt:lpstr> Design Pattern –Chain of Responsability</vt:lpstr>
      <vt:lpstr> S.O.L.I.D Principle - Indice</vt:lpstr>
      <vt:lpstr> S.O.L.I.D  Cosa significa?</vt:lpstr>
      <vt:lpstr> S.O.L.I.D. –I cinque principi</vt:lpstr>
      <vt:lpstr> S.O.L.I.D. –I cinque principi</vt:lpstr>
      <vt:lpstr>IoC = Inversion Of Control</vt:lpstr>
      <vt:lpstr>IoC– Definizione formale</vt:lpstr>
      <vt:lpstr>IoC– Descrizione informale</vt:lpstr>
      <vt:lpstr>Ioc</vt:lpstr>
      <vt:lpstr>Ioc</vt:lpstr>
      <vt:lpstr>IoC</vt:lpstr>
      <vt:lpstr>IoC</vt:lpstr>
      <vt:lpstr>Self-Hosting</vt:lpstr>
      <vt:lpstr>Self-Hosting</vt:lpstr>
      <vt:lpstr>Self-Hosting</vt:lpstr>
      <vt:lpstr>Configurazione</vt:lpstr>
      <vt:lpstr>Configurazione</vt:lpstr>
      <vt:lpstr>Configurazione - Bind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Principle IoC - Windows Service </dc:title>
  <dc:subject>Slides Academy Euris</dc:subject>
  <dc:creator>gino.leonardi@euris.it</dc:creator>
  <cp:lastModifiedBy>Leonardi Gino</cp:lastModifiedBy>
  <cp:revision>1</cp:revision>
  <dcterms:created xsi:type="dcterms:W3CDTF">2016-10-04T08:03:39Z</dcterms:created>
  <dcterms:modified xsi:type="dcterms:W3CDTF">2023-04-26T14:43:11Z</dcterms:modified>
</cp:coreProperties>
</file>